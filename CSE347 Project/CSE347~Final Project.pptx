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2" r:id="rId2"/>
    <p:sldId id="264" r:id="rId3"/>
    <p:sldId id="263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3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50C94-4430-4CBA-83E4-CBFC258026D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B1B87-6760-410D-81CF-019E178F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4957916e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4957916e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3f979a6dc7_1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13f979a6dc7_1_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e4639e6eab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e4639e6eab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3f979a6dc7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3f979a6dc7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36000" y="1920600"/>
            <a:ext cx="9120000" cy="30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36000" y="4937400"/>
            <a:ext cx="912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00" y="371680"/>
            <a:ext cx="14709120" cy="6200640"/>
          </a:xfrm>
          <a:custGeom>
            <a:avLst/>
            <a:gdLst/>
            <a:ahLst/>
            <a:cxnLst/>
            <a:rect l="l" t="t" r="r" b="b"/>
            <a:pathLst>
              <a:path w="183864" h="77508" extrusionOk="0">
                <a:moveTo>
                  <a:pt x="104110" y="0"/>
                </a:moveTo>
                <a:lnTo>
                  <a:pt x="104110" y="26681"/>
                </a:lnTo>
                <a:lnTo>
                  <a:pt x="96501" y="26681"/>
                </a:lnTo>
                <a:lnTo>
                  <a:pt x="96501" y="6938"/>
                </a:lnTo>
                <a:lnTo>
                  <a:pt x="80234" y="6938"/>
                </a:lnTo>
                <a:lnTo>
                  <a:pt x="80234" y="26681"/>
                </a:lnTo>
                <a:lnTo>
                  <a:pt x="75340" y="26681"/>
                </a:lnTo>
                <a:lnTo>
                  <a:pt x="75340" y="9497"/>
                </a:lnTo>
                <a:lnTo>
                  <a:pt x="52022" y="9497"/>
                </a:lnTo>
                <a:lnTo>
                  <a:pt x="52022" y="43016"/>
                </a:lnTo>
                <a:lnTo>
                  <a:pt x="46614" y="43016"/>
                </a:lnTo>
                <a:lnTo>
                  <a:pt x="46614" y="29541"/>
                </a:lnTo>
                <a:lnTo>
                  <a:pt x="38435" y="22111"/>
                </a:lnTo>
                <a:lnTo>
                  <a:pt x="38167" y="12223"/>
                </a:lnTo>
                <a:lnTo>
                  <a:pt x="37899" y="22100"/>
                </a:lnTo>
                <a:lnTo>
                  <a:pt x="29586" y="29541"/>
                </a:lnTo>
                <a:lnTo>
                  <a:pt x="29586" y="43016"/>
                </a:lnTo>
                <a:lnTo>
                  <a:pt x="22346" y="43016"/>
                </a:lnTo>
                <a:lnTo>
                  <a:pt x="22346" y="30379"/>
                </a:lnTo>
                <a:lnTo>
                  <a:pt x="0" y="30379"/>
                </a:lnTo>
                <a:lnTo>
                  <a:pt x="0" y="77507"/>
                </a:lnTo>
                <a:lnTo>
                  <a:pt x="183863" y="77507"/>
                </a:lnTo>
                <a:lnTo>
                  <a:pt x="183863" y="42882"/>
                </a:lnTo>
                <a:lnTo>
                  <a:pt x="183830" y="42882"/>
                </a:lnTo>
                <a:lnTo>
                  <a:pt x="183830" y="17486"/>
                </a:lnTo>
                <a:lnTo>
                  <a:pt x="163931" y="17486"/>
                </a:lnTo>
                <a:lnTo>
                  <a:pt x="163931" y="42882"/>
                </a:lnTo>
                <a:lnTo>
                  <a:pt x="159003" y="42882"/>
                </a:lnTo>
                <a:lnTo>
                  <a:pt x="159003" y="24167"/>
                </a:lnTo>
                <a:lnTo>
                  <a:pt x="133305" y="24167"/>
                </a:lnTo>
                <a:lnTo>
                  <a:pt x="133305" y="0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" name="Google Shape;12;p2"/>
          <p:cNvGrpSpPr/>
          <p:nvPr/>
        </p:nvGrpSpPr>
        <p:grpSpPr>
          <a:xfrm>
            <a:off x="-441600" y="6422080"/>
            <a:ext cx="15596720" cy="765200"/>
            <a:chOff x="-331200" y="4816560"/>
            <a:chExt cx="11697540" cy="573900"/>
          </a:xfrm>
        </p:grpSpPr>
        <p:sp>
          <p:nvSpPr>
            <p:cNvPr id="13" name="Google Shape;13;p2"/>
            <p:cNvSpPr/>
            <p:nvPr/>
          </p:nvSpPr>
          <p:spPr>
            <a:xfrm>
              <a:off x="-38220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63920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331200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27180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250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200" y="371680"/>
            <a:ext cx="14709120" cy="6200640"/>
          </a:xfrm>
          <a:custGeom>
            <a:avLst/>
            <a:gdLst/>
            <a:ahLst/>
            <a:cxnLst/>
            <a:rect l="l" t="t" r="r" b="b"/>
            <a:pathLst>
              <a:path w="183864" h="77508" extrusionOk="0">
                <a:moveTo>
                  <a:pt x="104110" y="0"/>
                </a:moveTo>
                <a:lnTo>
                  <a:pt x="104110" y="26681"/>
                </a:lnTo>
                <a:lnTo>
                  <a:pt x="96501" y="26681"/>
                </a:lnTo>
                <a:lnTo>
                  <a:pt x="96501" y="6938"/>
                </a:lnTo>
                <a:lnTo>
                  <a:pt x="80234" y="6938"/>
                </a:lnTo>
                <a:lnTo>
                  <a:pt x="80234" y="26681"/>
                </a:lnTo>
                <a:lnTo>
                  <a:pt x="75340" y="26681"/>
                </a:lnTo>
                <a:lnTo>
                  <a:pt x="75340" y="9497"/>
                </a:lnTo>
                <a:lnTo>
                  <a:pt x="52022" y="9497"/>
                </a:lnTo>
                <a:lnTo>
                  <a:pt x="52022" y="43016"/>
                </a:lnTo>
                <a:lnTo>
                  <a:pt x="46614" y="43016"/>
                </a:lnTo>
                <a:lnTo>
                  <a:pt x="46614" y="29541"/>
                </a:lnTo>
                <a:lnTo>
                  <a:pt x="38435" y="22111"/>
                </a:lnTo>
                <a:lnTo>
                  <a:pt x="38167" y="12223"/>
                </a:lnTo>
                <a:lnTo>
                  <a:pt x="37899" y="22100"/>
                </a:lnTo>
                <a:lnTo>
                  <a:pt x="29586" y="29541"/>
                </a:lnTo>
                <a:lnTo>
                  <a:pt x="29586" y="43016"/>
                </a:lnTo>
                <a:lnTo>
                  <a:pt x="22346" y="43016"/>
                </a:lnTo>
                <a:lnTo>
                  <a:pt x="22346" y="30379"/>
                </a:lnTo>
                <a:lnTo>
                  <a:pt x="0" y="30379"/>
                </a:lnTo>
                <a:lnTo>
                  <a:pt x="0" y="77507"/>
                </a:lnTo>
                <a:lnTo>
                  <a:pt x="183863" y="77507"/>
                </a:lnTo>
                <a:lnTo>
                  <a:pt x="183863" y="42882"/>
                </a:lnTo>
                <a:lnTo>
                  <a:pt x="183830" y="42882"/>
                </a:lnTo>
                <a:lnTo>
                  <a:pt x="183830" y="17486"/>
                </a:lnTo>
                <a:lnTo>
                  <a:pt x="163931" y="17486"/>
                </a:lnTo>
                <a:lnTo>
                  <a:pt x="163931" y="42882"/>
                </a:lnTo>
                <a:lnTo>
                  <a:pt x="159003" y="42882"/>
                </a:lnTo>
                <a:lnTo>
                  <a:pt x="159003" y="24167"/>
                </a:lnTo>
                <a:lnTo>
                  <a:pt x="133305" y="24167"/>
                </a:lnTo>
                <a:lnTo>
                  <a:pt x="133305" y="0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4" name="Google Shape;84;p9"/>
          <p:cNvGrpSpPr/>
          <p:nvPr/>
        </p:nvGrpSpPr>
        <p:grpSpPr>
          <a:xfrm>
            <a:off x="-441600" y="6422080"/>
            <a:ext cx="15596720" cy="765200"/>
            <a:chOff x="-331200" y="4816560"/>
            <a:chExt cx="11697540" cy="573900"/>
          </a:xfrm>
        </p:grpSpPr>
        <p:sp>
          <p:nvSpPr>
            <p:cNvPr id="85" name="Google Shape;85;p9"/>
            <p:cNvSpPr/>
            <p:nvPr/>
          </p:nvSpPr>
          <p:spPr>
            <a:xfrm>
              <a:off x="-38220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-163920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-331200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-327180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960000" y="3028800"/>
            <a:ext cx="6188000" cy="1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2133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960000" y="1941200"/>
            <a:ext cx="6188000" cy="10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5467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883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-3108019" y="1193680"/>
            <a:ext cx="15585849" cy="5993600"/>
          </a:xfrm>
          <a:custGeom>
            <a:avLst/>
            <a:gdLst/>
            <a:ahLst/>
            <a:cxnLst/>
            <a:rect l="l" t="t" r="r" b="b"/>
            <a:pathLst>
              <a:path w="193886" h="74637" extrusionOk="0">
                <a:moveTo>
                  <a:pt x="86077" y="1"/>
                </a:moveTo>
                <a:lnTo>
                  <a:pt x="36123" y="39375"/>
                </a:lnTo>
                <a:lnTo>
                  <a:pt x="24615" y="34648"/>
                </a:lnTo>
                <a:lnTo>
                  <a:pt x="2045" y="65084"/>
                </a:lnTo>
                <a:lnTo>
                  <a:pt x="782" y="66782"/>
                </a:lnTo>
                <a:lnTo>
                  <a:pt x="0" y="67832"/>
                </a:lnTo>
                <a:cubicBezTo>
                  <a:pt x="0" y="68212"/>
                  <a:pt x="12" y="68592"/>
                  <a:pt x="12" y="68961"/>
                </a:cubicBezTo>
                <a:cubicBezTo>
                  <a:pt x="436" y="69855"/>
                  <a:pt x="1341" y="70469"/>
                  <a:pt x="2391" y="70503"/>
                </a:cubicBezTo>
                <a:cubicBezTo>
                  <a:pt x="2380" y="70570"/>
                  <a:pt x="2380" y="70637"/>
                  <a:pt x="2380" y="70715"/>
                </a:cubicBezTo>
                <a:cubicBezTo>
                  <a:pt x="2380" y="71788"/>
                  <a:pt x="3252" y="72670"/>
                  <a:pt x="4336" y="72670"/>
                </a:cubicBezTo>
                <a:lnTo>
                  <a:pt x="4637" y="72670"/>
                </a:lnTo>
                <a:lnTo>
                  <a:pt x="4637" y="72726"/>
                </a:lnTo>
                <a:cubicBezTo>
                  <a:pt x="4637" y="73787"/>
                  <a:pt x="5497" y="74637"/>
                  <a:pt x="6559" y="74637"/>
                </a:cubicBezTo>
                <a:lnTo>
                  <a:pt x="187919" y="74637"/>
                </a:lnTo>
                <a:cubicBezTo>
                  <a:pt x="188981" y="74637"/>
                  <a:pt x="189830" y="73787"/>
                  <a:pt x="189830" y="72726"/>
                </a:cubicBezTo>
                <a:lnTo>
                  <a:pt x="189830" y="72670"/>
                </a:lnTo>
                <a:cubicBezTo>
                  <a:pt x="190903" y="72648"/>
                  <a:pt x="191774" y="71788"/>
                  <a:pt x="191774" y="70715"/>
                </a:cubicBezTo>
                <a:cubicBezTo>
                  <a:pt x="191774" y="70637"/>
                  <a:pt x="191763" y="70570"/>
                  <a:pt x="191763" y="70503"/>
                </a:cubicBezTo>
                <a:lnTo>
                  <a:pt x="191953" y="70503"/>
                </a:lnTo>
                <a:cubicBezTo>
                  <a:pt x="192545" y="70503"/>
                  <a:pt x="193104" y="70302"/>
                  <a:pt x="193551" y="69989"/>
                </a:cubicBezTo>
                <a:cubicBezTo>
                  <a:pt x="193562" y="69274"/>
                  <a:pt x="193573" y="68547"/>
                  <a:pt x="193573" y="67832"/>
                </a:cubicBezTo>
                <a:cubicBezTo>
                  <a:pt x="193573" y="67475"/>
                  <a:pt x="193573" y="67095"/>
                  <a:pt x="193562" y="66748"/>
                </a:cubicBezTo>
                <a:cubicBezTo>
                  <a:pt x="193562" y="66357"/>
                  <a:pt x="193886" y="65743"/>
                  <a:pt x="193539" y="65575"/>
                </a:cubicBezTo>
                <a:cubicBezTo>
                  <a:pt x="193517" y="65553"/>
                  <a:pt x="186914" y="34380"/>
                  <a:pt x="186970" y="34291"/>
                </a:cubicBezTo>
                <a:cubicBezTo>
                  <a:pt x="187070" y="34123"/>
                  <a:pt x="168422" y="14079"/>
                  <a:pt x="168422" y="14079"/>
                </a:cubicBezTo>
                <a:lnTo>
                  <a:pt x="142490" y="29118"/>
                </a:lnTo>
                <a:lnTo>
                  <a:pt x="86077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2" name="Google Shape;252;p25"/>
          <p:cNvGrpSpPr/>
          <p:nvPr/>
        </p:nvGrpSpPr>
        <p:grpSpPr>
          <a:xfrm>
            <a:off x="-3108020" y="6422080"/>
            <a:ext cx="15596720" cy="765200"/>
            <a:chOff x="-273615" y="4816560"/>
            <a:chExt cx="11697540" cy="573900"/>
          </a:xfrm>
        </p:grpSpPr>
        <p:sp>
          <p:nvSpPr>
            <p:cNvPr id="253" name="Google Shape;253;p25"/>
            <p:cNvSpPr/>
            <p:nvPr/>
          </p:nvSpPr>
          <p:spPr>
            <a:xfrm>
              <a:off x="21345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-114075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-273615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-268935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7" name="Google Shape;257;p25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9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5"/>
          <p:cNvSpPr txBox="1">
            <a:spLocks noGrp="1"/>
          </p:cNvSpPr>
          <p:nvPr>
            <p:ph type="title" idx="2"/>
          </p:nvPr>
        </p:nvSpPr>
        <p:spPr>
          <a:xfrm>
            <a:off x="8112000" y="1944000"/>
            <a:ext cx="3120000" cy="7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9" name="Google Shape;259;p25"/>
          <p:cNvSpPr txBox="1">
            <a:spLocks noGrp="1"/>
          </p:cNvSpPr>
          <p:nvPr>
            <p:ph type="subTitle" idx="1"/>
          </p:nvPr>
        </p:nvSpPr>
        <p:spPr>
          <a:xfrm>
            <a:off x="8112000" y="2581204"/>
            <a:ext cx="31200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60" name="Google Shape;260;p25"/>
          <p:cNvSpPr txBox="1">
            <a:spLocks noGrp="1"/>
          </p:cNvSpPr>
          <p:nvPr>
            <p:ph type="title" idx="3"/>
          </p:nvPr>
        </p:nvSpPr>
        <p:spPr>
          <a:xfrm>
            <a:off x="8112000" y="4022400"/>
            <a:ext cx="3120000" cy="7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1" name="Google Shape;261;p25"/>
          <p:cNvSpPr txBox="1">
            <a:spLocks noGrp="1"/>
          </p:cNvSpPr>
          <p:nvPr>
            <p:ph type="subTitle" idx="4"/>
          </p:nvPr>
        </p:nvSpPr>
        <p:spPr>
          <a:xfrm>
            <a:off x="8112000" y="4659600"/>
            <a:ext cx="31200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345111" y="719994"/>
            <a:ext cx="3202319" cy="944932"/>
          </a:xfrm>
          <a:custGeom>
            <a:avLst/>
            <a:gdLst/>
            <a:ahLst/>
            <a:cxnLst/>
            <a:rect l="l" t="t" r="r" b="b"/>
            <a:pathLst>
              <a:path w="39989" h="11822" extrusionOk="0">
                <a:moveTo>
                  <a:pt x="34949" y="1"/>
                </a:moveTo>
                <a:lnTo>
                  <a:pt x="30357" y="5833"/>
                </a:lnTo>
                <a:lnTo>
                  <a:pt x="4290" y="5833"/>
                </a:lnTo>
                <a:cubicBezTo>
                  <a:pt x="3397" y="5889"/>
                  <a:pt x="2626" y="6191"/>
                  <a:pt x="2101" y="6939"/>
                </a:cubicBezTo>
                <a:cubicBezTo>
                  <a:pt x="1885" y="6894"/>
                  <a:pt x="1672" y="6873"/>
                  <a:pt x="1460" y="6873"/>
                </a:cubicBezTo>
                <a:cubicBezTo>
                  <a:pt x="1091" y="6873"/>
                  <a:pt x="727" y="6937"/>
                  <a:pt x="358" y="7051"/>
                </a:cubicBezTo>
                <a:cubicBezTo>
                  <a:pt x="134" y="7118"/>
                  <a:pt x="0" y="7364"/>
                  <a:pt x="34" y="7576"/>
                </a:cubicBezTo>
                <a:cubicBezTo>
                  <a:pt x="223" y="8883"/>
                  <a:pt x="1341" y="9867"/>
                  <a:pt x="2704" y="9867"/>
                </a:cubicBezTo>
                <a:lnTo>
                  <a:pt x="14447" y="9867"/>
                </a:lnTo>
                <a:lnTo>
                  <a:pt x="14436" y="11319"/>
                </a:lnTo>
                <a:cubicBezTo>
                  <a:pt x="14436" y="11487"/>
                  <a:pt x="14547" y="11643"/>
                  <a:pt x="14693" y="11688"/>
                </a:cubicBezTo>
                <a:cubicBezTo>
                  <a:pt x="14972" y="11788"/>
                  <a:pt x="15274" y="11822"/>
                  <a:pt x="15564" y="11822"/>
                </a:cubicBezTo>
                <a:lnTo>
                  <a:pt x="20983" y="11822"/>
                </a:lnTo>
                <a:lnTo>
                  <a:pt x="20983" y="11364"/>
                </a:lnTo>
                <a:lnTo>
                  <a:pt x="21609" y="11364"/>
                </a:lnTo>
                <a:lnTo>
                  <a:pt x="21609" y="9855"/>
                </a:lnTo>
                <a:lnTo>
                  <a:pt x="29016" y="9855"/>
                </a:lnTo>
                <a:lnTo>
                  <a:pt x="38972" y="8247"/>
                </a:lnTo>
                <a:cubicBezTo>
                  <a:pt x="39553" y="8157"/>
                  <a:pt x="39988" y="7654"/>
                  <a:pt x="39988" y="7062"/>
                </a:cubicBezTo>
                <a:lnTo>
                  <a:pt x="39988" y="7051"/>
                </a:lnTo>
                <a:cubicBezTo>
                  <a:pt x="39988" y="6381"/>
                  <a:pt x="39441" y="5833"/>
                  <a:pt x="38793" y="5833"/>
                </a:cubicBezTo>
                <a:lnTo>
                  <a:pt x="38268" y="5833"/>
                </a:lnTo>
                <a:lnTo>
                  <a:pt x="39418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25"/>
          <p:cNvSpPr/>
          <p:nvPr/>
        </p:nvSpPr>
        <p:spPr>
          <a:xfrm>
            <a:off x="11232007" y="720007"/>
            <a:ext cx="1845924" cy="972803"/>
          </a:xfrm>
          <a:custGeom>
            <a:avLst/>
            <a:gdLst/>
            <a:ahLst/>
            <a:cxnLst/>
            <a:rect l="l" t="t" r="r" b="b"/>
            <a:pathLst>
              <a:path w="23051" h="12158" extrusionOk="0">
                <a:moveTo>
                  <a:pt x="10481" y="1"/>
                </a:moveTo>
                <a:cubicBezTo>
                  <a:pt x="8090" y="1"/>
                  <a:pt x="6023" y="1386"/>
                  <a:pt x="5028" y="3409"/>
                </a:cubicBezTo>
                <a:cubicBezTo>
                  <a:pt x="4827" y="3375"/>
                  <a:pt x="4615" y="3353"/>
                  <a:pt x="4403" y="3353"/>
                </a:cubicBezTo>
                <a:cubicBezTo>
                  <a:pt x="1978" y="3353"/>
                  <a:pt x="0" y="5319"/>
                  <a:pt x="0" y="7755"/>
                </a:cubicBezTo>
                <a:cubicBezTo>
                  <a:pt x="0" y="10180"/>
                  <a:pt x="1978" y="12157"/>
                  <a:pt x="4403" y="12157"/>
                </a:cubicBezTo>
                <a:lnTo>
                  <a:pt x="17397" y="12157"/>
                </a:lnTo>
                <a:cubicBezTo>
                  <a:pt x="20525" y="12157"/>
                  <a:pt x="23050" y="9621"/>
                  <a:pt x="23050" y="6492"/>
                </a:cubicBezTo>
                <a:cubicBezTo>
                  <a:pt x="23050" y="3364"/>
                  <a:pt x="20525" y="839"/>
                  <a:pt x="17397" y="839"/>
                </a:cubicBezTo>
                <a:cubicBezTo>
                  <a:pt x="16358" y="839"/>
                  <a:pt x="15408" y="1118"/>
                  <a:pt x="14570" y="1599"/>
                </a:cubicBezTo>
                <a:cubicBezTo>
                  <a:pt x="13497" y="604"/>
                  <a:pt x="12056" y="1"/>
                  <a:pt x="104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25"/>
          <p:cNvSpPr/>
          <p:nvPr/>
        </p:nvSpPr>
        <p:spPr>
          <a:xfrm>
            <a:off x="-885929" y="719989"/>
            <a:ext cx="1845924" cy="972723"/>
          </a:xfrm>
          <a:custGeom>
            <a:avLst/>
            <a:gdLst/>
            <a:ahLst/>
            <a:cxnLst/>
            <a:rect l="l" t="t" r="r" b="b"/>
            <a:pathLst>
              <a:path w="23051" h="12157" extrusionOk="0">
                <a:moveTo>
                  <a:pt x="12570" y="0"/>
                </a:moveTo>
                <a:cubicBezTo>
                  <a:pt x="10994" y="0"/>
                  <a:pt x="9553" y="603"/>
                  <a:pt x="8480" y="1598"/>
                </a:cubicBezTo>
                <a:cubicBezTo>
                  <a:pt x="7643" y="1117"/>
                  <a:pt x="6693" y="838"/>
                  <a:pt x="5665" y="838"/>
                </a:cubicBezTo>
                <a:cubicBezTo>
                  <a:pt x="2548" y="838"/>
                  <a:pt x="0" y="3374"/>
                  <a:pt x="0" y="6503"/>
                </a:cubicBezTo>
                <a:cubicBezTo>
                  <a:pt x="0" y="9631"/>
                  <a:pt x="2536" y="12156"/>
                  <a:pt x="5665" y="12156"/>
                </a:cubicBezTo>
                <a:lnTo>
                  <a:pt x="18648" y="12156"/>
                </a:lnTo>
                <a:cubicBezTo>
                  <a:pt x="21084" y="12156"/>
                  <a:pt x="23050" y="10190"/>
                  <a:pt x="23050" y="7754"/>
                </a:cubicBezTo>
                <a:cubicBezTo>
                  <a:pt x="23050" y="5330"/>
                  <a:pt x="21084" y="3352"/>
                  <a:pt x="18648" y="3352"/>
                </a:cubicBezTo>
                <a:cubicBezTo>
                  <a:pt x="18436" y="3352"/>
                  <a:pt x="18235" y="3385"/>
                  <a:pt x="18022" y="3408"/>
                </a:cubicBezTo>
                <a:cubicBezTo>
                  <a:pt x="17028" y="1386"/>
                  <a:pt x="14961" y="0"/>
                  <a:pt x="1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25"/>
          <p:cNvSpPr/>
          <p:nvPr/>
        </p:nvSpPr>
        <p:spPr>
          <a:xfrm>
            <a:off x="2951653" y="-95419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157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/>
          <p:nvPr/>
        </p:nvSpPr>
        <p:spPr>
          <a:xfrm>
            <a:off x="-2513000" y="371680"/>
            <a:ext cx="14709120" cy="6200640"/>
          </a:xfrm>
          <a:custGeom>
            <a:avLst/>
            <a:gdLst/>
            <a:ahLst/>
            <a:cxnLst/>
            <a:rect l="l" t="t" r="r" b="b"/>
            <a:pathLst>
              <a:path w="183864" h="77508" extrusionOk="0">
                <a:moveTo>
                  <a:pt x="104110" y="0"/>
                </a:moveTo>
                <a:lnTo>
                  <a:pt x="104110" y="26681"/>
                </a:lnTo>
                <a:lnTo>
                  <a:pt x="96501" y="26681"/>
                </a:lnTo>
                <a:lnTo>
                  <a:pt x="96501" y="6938"/>
                </a:lnTo>
                <a:lnTo>
                  <a:pt x="80234" y="6938"/>
                </a:lnTo>
                <a:lnTo>
                  <a:pt x="80234" y="26681"/>
                </a:lnTo>
                <a:lnTo>
                  <a:pt x="75340" y="26681"/>
                </a:lnTo>
                <a:lnTo>
                  <a:pt x="75340" y="9497"/>
                </a:lnTo>
                <a:lnTo>
                  <a:pt x="52022" y="9497"/>
                </a:lnTo>
                <a:lnTo>
                  <a:pt x="52022" y="43016"/>
                </a:lnTo>
                <a:lnTo>
                  <a:pt x="46614" y="43016"/>
                </a:lnTo>
                <a:lnTo>
                  <a:pt x="46614" y="29541"/>
                </a:lnTo>
                <a:lnTo>
                  <a:pt x="38435" y="22111"/>
                </a:lnTo>
                <a:lnTo>
                  <a:pt x="38167" y="12223"/>
                </a:lnTo>
                <a:lnTo>
                  <a:pt x="37899" y="22100"/>
                </a:lnTo>
                <a:lnTo>
                  <a:pt x="29586" y="29541"/>
                </a:lnTo>
                <a:lnTo>
                  <a:pt x="29586" y="43016"/>
                </a:lnTo>
                <a:lnTo>
                  <a:pt x="22346" y="43016"/>
                </a:lnTo>
                <a:lnTo>
                  <a:pt x="22346" y="30379"/>
                </a:lnTo>
                <a:lnTo>
                  <a:pt x="0" y="30379"/>
                </a:lnTo>
                <a:lnTo>
                  <a:pt x="0" y="77507"/>
                </a:lnTo>
                <a:lnTo>
                  <a:pt x="183863" y="77507"/>
                </a:lnTo>
                <a:lnTo>
                  <a:pt x="183863" y="42882"/>
                </a:lnTo>
                <a:lnTo>
                  <a:pt x="183830" y="42882"/>
                </a:lnTo>
                <a:lnTo>
                  <a:pt x="183830" y="17486"/>
                </a:lnTo>
                <a:lnTo>
                  <a:pt x="163931" y="17486"/>
                </a:lnTo>
                <a:lnTo>
                  <a:pt x="163931" y="42882"/>
                </a:lnTo>
                <a:lnTo>
                  <a:pt x="159003" y="42882"/>
                </a:lnTo>
                <a:lnTo>
                  <a:pt x="159003" y="24167"/>
                </a:lnTo>
                <a:lnTo>
                  <a:pt x="133305" y="24167"/>
                </a:lnTo>
                <a:lnTo>
                  <a:pt x="133305" y="0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6" name="Google Shape;296;p28"/>
          <p:cNvGrpSpPr/>
          <p:nvPr/>
        </p:nvGrpSpPr>
        <p:grpSpPr>
          <a:xfrm>
            <a:off x="-2956800" y="6422080"/>
            <a:ext cx="15596720" cy="765200"/>
            <a:chOff x="-331200" y="4816560"/>
            <a:chExt cx="11697540" cy="573900"/>
          </a:xfrm>
        </p:grpSpPr>
        <p:sp>
          <p:nvSpPr>
            <p:cNvPr id="297" name="Google Shape;297;p28"/>
            <p:cNvSpPr/>
            <p:nvPr/>
          </p:nvSpPr>
          <p:spPr>
            <a:xfrm>
              <a:off x="-38220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-163920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-331200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-327180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01" name="Google Shape;301;p28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9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title" idx="2"/>
          </p:nvPr>
        </p:nvSpPr>
        <p:spPr>
          <a:xfrm>
            <a:off x="1835200" y="17048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subTitle" idx="1"/>
          </p:nvPr>
        </p:nvSpPr>
        <p:spPr>
          <a:xfrm>
            <a:off x="1835200" y="23420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title" idx="3"/>
          </p:nvPr>
        </p:nvSpPr>
        <p:spPr>
          <a:xfrm>
            <a:off x="1835200" y="32648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4"/>
          </p:nvPr>
        </p:nvSpPr>
        <p:spPr>
          <a:xfrm>
            <a:off x="1835200" y="39020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title" idx="5"/>
          </p:nvPr>
        </p:nvSpPr>
        <p:spPr>
          <a:xfrm>
            <a:off x="1835200" y="48252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6"/>
          </p:nvPr>
        </p:nvSpPr>
        <p:spPr>
          <a:xfrm>
            <a:off x="1835200" y="54624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-885929" y="338989"/>
            <a:ext cx="1845924" cy="972723"/>
          </a:xfrm>
          <a:custGeom>
            <a:avLst/>
            <a:gdLst/>
            <a:ahLst/>
            <a:cxnLst/>
            <a:rect l="l" t="t" r="r" b="b"/>
            <a:pathLst>
              <a:path w="23051" h="12157" extrusionOk="0">
                <a:moveTo>
                  <a:pt x="12570" y="0"/>
                </a:moveTo>
                <a:cubicBezTo>
                  <a:pt x="10994" y="0"/>
                  <a:pt x="9553" y="603"/>
                  <a:pt x="8480" y="1598"/>
                </a:cubicBezTo>
                <a:cubicBezTo>
                  <a:pt x="7643" y="1117"/>
                  <a:pt x="6693" y="838"/>
                  <a:pt x="5665" y="838"/>
                </a:cubicBezTo>
                <a:cubicBezTo>
                  <a:pt x="2548" y="838"/>
                  <a:pt x="0" y="3374"/>
                  <a:pt x="0" y="6503"/>
                </a:cubicBezTo>
                <a:cubicBezTo>
                  <a:pt x="0" y="9631"/>
                  <a:pt x="2536" y="12156"/>
                  <a:pt x="5665" y="12156"/>
                </a:cubicBezTo>
                <a:lnTo>
                  <a:pt x="18648" y="12156"/>
                </a:lnTo>
                <a:cubicBezTo>
                  <a:pt x="21084" y="12156"/>
                  <a:pt x="23050" y="10190"/>
                  <a:pt x="23050" y="7754"/>
                </a:cubicBezTo>
                <a:cubicBezTo>
                  <a:pt x="23050" y="5330"/>
                  <a:pt x="21084" y="3352"/>
                  <a:pt x="18648" y="3352"/>
                </a:cubicBezTo>
                <a:cubicBezTo>
                  <a:pt x="18436" y="3352"/>
                  <a:pt x="18235" y="3385"/>
                  <a:pt x="18022" y="3408"/>
                </a:cubicBezTo>
                <a:cubicBezTo>
                  <a:pt x="17028" y="1386"/>
                  <a:pt x="14961" y="0"/>
                  <a:pt x="1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28"/>
          <p:cNvSpPr/>
          <p:nvPr/>
        </p:nvSpPr>
        <p:spPr>
          <a:xfrm>
            <a:off x="7434753" y="-95419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0147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/>
          <p:nvPr/>
        </p:nvSpPr>
        <p:spPr>
          <a:xfrm>
            <a:off x="-364819" y="1193680"/>
            <a:ext cx="15585849" cy="5993600"/>
          </a:xfrm>
          <a:custGeom>
            <a:avLst/>
            <a:gdLst/>
            <a:ahLst/>
            <a:cxnLst/>
            <a:rect l="l" t="t" r="r" b="b"/>
            <a:pathLst>
              <a:path w="193886" h="74637" extrusionOk="0">
                <a:moveTo>
                  <a:pt x="86077" y="1"/>
                </a:moveTo>
                <a:lnTo>
                  <a:pt x="36123" y="39375"/>
                </a:lnTo>
                <a:lnTo>
                  <a:pt x="24615" y="34648"/>
                </a:lnTo>
                <a:lnTo>
                  <a:pt x="2045" y="65084"/>
                </a:lnTo>
                <a:lnTo>
                  <a:pt x="782" y="66782"/>
                </a:lnTo>
                <a:lnTo>
                  <a:pt x="0" y="67832"/>
                </a:lnTo>
                <a:cubicBezTo>
                  <a:pt x="0" y="68212"/>
                  <a:pt x="12" y="68592"/>
                  <a:pt x="12" y="68961"/>
                </a:cubicBezTo>
                <a:cubicBezTo>
                  <a:pt x="436" y="69855"/>
                  <a:pt x="1341" y="70469"/>
                  <a:pt x="2391" y="70503"/>
                </a:cubicBezTo>
                <a:cubicBezTo>
                  <a:pt x="2380" y="70570"/>
                  <a:pt x="2380" y="70637"/>
                  <a:pt x="2380" y="70715"/>
                </a:cubicBezTo>
                <a:cubicBezTo>
                  <a:pt x="2380" y="71788"/>
                  <a:pt x="3252" y="72670"/>
                  <a:pt x="4336" y="72670"/>
                </a:cubicBezTo>
                <a:lnTo>
                  <a:pt x="4637" y="72670"/>
                </a:lnTo>
                <a:lnTo>
                  <a:pt x="4637" y="72726"/>
                </a:lnTo>
                <a:cubicBezTo>
                  <a:pt x="4637" y="73787"/>
                  <a:pt x="5497" y="74637"/>
                  <a:pt x="6559" y="74637"/>
                </a:cubicBezTo>
                <a:lnTo>
                  <a:pt x="187919" y="74637"/>
                </a:lnTo>
                <a:cubicBezTo>
                  <a:pt x="188981" y="74637"/>
                  <a:pt x="189830" y="73787"/>
                  <a:pt x="189830" y="72726"/>
                </a:cubicBezTo>
                <a:lnTo>
                  <a:pt x="189830" y="72670"/>
                </a:lnTo>
                <a:cubicBezTo>
                  <a:pt x="190903" y="72648"/>
                  <a:pt x="191774" y="71788"/>
                  <a:pt x="191774" y="70715"/>
                </a:cubicBezTo>
                <a:cubicBezTo>
                  <a:pt x="191774" y="70637"/>
                  <a:pt x="191763" y="70570"/>
                  <a:pt x="191763" y="70503"/>
                </a:cubicBezTo>
                <a:lnTo>
                  <a:pt x="191953" y="70503"/>
                </a:lnTo>
                <a:cubicBezTo>
                  <a:pt x="192545" y="70503"/>
                  <a:pt x="193104" y="70302"/>
                  <a:pt x="193551" y="69989"/>
                </a:cubicBezTo>
                <a:cubicBezTo>
                  <a:pt x="193562" y="69274"/>
                  <a:pt x="193573" y="68547"/>
                  <a:pt x="193573" y="67832"/>
                </a:cubicBezTo>
                <a:cubicBezTo>
                  <a:pt x="193573" y="67475"/>
                  <a:pt x="193573" y="67095"/>
                  <a:pt x="193562" y="66748"/>
                </a:cubicBezTo>
                <a:cubicBezTo>
                  <a:pt x="193562" y="66357"/>
                  <a:pt x="193886" y="65743"/>
                  <a:pt x="193539" y="65575"/>
                </a:cubicBezTo>
                <a:cubicBezTo>
                  <a:pt x="193517" y="65553"/>
                  <a:pt x="186914" y="34380"/>
                  <a:pt x="186970" y="34291"/>
                </a:cubicBezTo>
                <a:cubicBezTo>
                  <a:pt x="187070" y="34123"/>
                  <a:pt x="168422" y="14079"/>
                  <a:pt x="168422" y="14079"/>
                </a:cubicBezTo>
                <a:lnTo>
                  <a:pt x="142490" y="29118"/>
                </a:lnTo>
                <a:lnTo>
                  <a:pt x="86077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12" name="Google Shape;312;p29"/>
          <p:cNvGrpSpPr/>
          <p:nvPr/>
        </p:nvGrpSpPr>
        <p:grpSpPr>
          <a:xfrm>
            <a:off x="-364820" y="6422080"/>
            <a:ext cx="15596720" cy="765200"/>
            <a:chOff x="-273615" y="4816560"/>
            <a:chExt cx="11697540" cy="573900"/>
          </a:xfrm>
        </p:grpSpPr>
        <p:sp>
          <p:nvSpPr>
            <p:cNvPr id="313" name="Google Shape;313;p29"/>
            <p:cNvSpPr/>
            <p:nvPr/>
          </p:nvSpPr>
          <p:spPr>
            <a:xfrm>
              <a:off x="21345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-114075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-273615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-268935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17" name="Google Shape;317;p29"/>
          <p:cNvSpPr/>
          <p:nvPr/>
        </p:nvSpPr>
        <p:spPr>
          <a:xfrm>
            <a:off x="10088311" y="719994"/>
            <a:ext cx="3202319" cy="944932"/>
          </a:xfrm>
          <a:custGeom>
            <a:avLst/>
            <a:gdLst/>
            <a:ahLst/>
            <a:cxnLst/>
            <a:rect l="l" t="t" r="r" b="b"/>
            <a:pathLst>
              <a:path w="39989" h="11822" extrusionOk="0">
                <a:moveTo>
                  <a:pt x="34949" y="1"/>
                </a:moveTo>
                <a:lnTo>
                  <a:pt x="30357" y="5833"/>
                </a:lnTo>
                <a:lnTo>
                  <a:pt x="4290" y="5833"/>
                </a:lnTo>
                <a:cubicBezTo>
                  <a:pt x="3397" y="5889"/>
                  <a:pt x="2626" y="6191"/>
                  <a:pt x="2101" y="6939"/>
                </a:cubicBezTo>
                <a:cubicBezTo>
                  <a:pt x="1885" y="6894"/>
                  <a:pt x="1672" y="6873"/>
                  <a:pt x="1460" y="6873"/>
                </a:cubicBezTo>
                <a:cubicBezTo>
                  <a:pt x="1091" y="6873"/>
                  <a:pt x="727" y="6937"/>
                  <a:pt x="358" y="7051"/>
                </a:cubicBezTo>
                <a:cubicBezTo>
                  <a:pt x="134" y="7118"/>
                  <a:pt x="0" y="7364"/>
                  <a:pt x="34" y="7576"/>
                </a:cubicBezTo>
                <a:cubicBezTo>
                  <a:pt x="223" y="8883"/>
                  <a:pt x="1341" y="9867"/>
                  <a:pt x="2704" y="9867"/>
                </a:cubicBezTo>
                <a:lnTo>
                  <a:pt x="14447" y="9867"/>
                </a:lnTo>
                <a:lnTo>
                  <a:pt x="14436" y="11319"/>
                </a:lnTo>
                <a:cubicBezTo>
                  <a:pt x="14436" y="11487"/>
                  <a:pt x="14547" y="11643"/>
                  <a:pt x="14693" y="11688"/>
                </a:cubicBezTo>
                <a:cubicBezTo>
                  <a:pt x="14972" y="11788"/>
                  <a:pt x="15274" y="11822"/>
                  <a:pt x="15564" y="11822"/>
                </a:cubicBezTo>
                <a:lnTo>
                  <a:pt x="20983" y="11822"/>
                </a:lnTo>
                <a:lnTo>
                  <a:pt x="20983" y="11364"/>
                </a:lnTo>
                <a:lnTo>
                  <a:pt x="21609" y="11364"/>
                </a:lnTo>
                <a:lnTo>
                  <a:pt x="21609" y="9855"/>
                </a:lnTo>
                <a:lnTo>
                  <a:pt x="29016" y="9855"/>
                </a:lnTo>
                <a:lnTo>
                  <a:pt x="38972" y="8247"/>
                </a:lnTo>
                <a:cubicBezTo>
                  <a:pt x="39553" y="8157"/>
                  <a:pt x="39988" y="7654"/>
                  <a:pt x="39988" y="7062"/>
                </a:cubicBezTo>
                <a:lnTo>
                  <a:pt x="39988" y="7051"/>
                </a:lnTo>
                <a:cubicBezTo>
                  <a:pt x="39988" y="6381"/>
                  <a:pt x="39441" y="5833"/>
                  <a:pt x="38793" y="5833"/>
                </a:cubicBezTo>
                <a:lnTo>
                  <a:pt x="38268" y="5833"/>
                </a:lnTo>
                <a:lnTo>
                  <a:pt x="39418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29"/>
          <p:cNvSpPr txBox="1">
            <a:spLocks noGrp="1"/>
          </p:cNvSpPr>
          <p:nvPr>
            <p:ph type="title"/>
          </p:nvPr>
        </p:nvSpPr>
        <p:spPr>
          <a:xfrm>
            <a:off x="2680000" y="21312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9" name="Google Shape;319;p29"/>
          <p:cNvSpPr txBox="1">
            <a:spLocks noGrp="1"/>
          </p:cNvSpPr>
          <p:nvPr>
            <p:ph type="subTitle" idx="1"/>
          </p:nvPr>
        </p:nvSpPr>
        <p:spPr>
          <a:xfrm>
            <a:off x="2680000" y="27684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title" idx="2"/>
          </p:nvPr>
        </p:nvSpPr>
        <p:spPr>
          <a:xfrm>
            <a:off x="7393700" y="21312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1" name="Google Shape;321;p29"/>
          <p:cNvSpPr txBox="1">
            <a:spLocks noGrp="1"/>
          </p:cNvSpPr>
          <p:nvPr>
            <p:ph type="subTitle" idx="3"/>
          </p:nvPr>
        </p:nvSpPr>
        <p:spPr>
          <a:xfrm>
            <a:off x="7393700" y="27684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title" idx="4"/>
          </p:nvPr>
        </p:nvSpPr>
        <p:spPr>
          <a:xfrm>
            <a:off x="2680000" y="41184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subTitle" idx="5"/>
          </p:nvPr>
        </p:nvSpPr>
        <p:spPr>
          <a:xfrm>
            <a:off x="2680000" y="47556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24" name="Google Shape;324;p29"/>
          <p:cNvSpPr txBox="1">
            <a:spLocks noGrp="1"/>
          </p:cNvSpPr>
          <p:nvPr>
            <p:ph type="title" idx="6"/>
          </p:nvPr>
        </p:nvSpPr>
        <p:spPr>
          <a:xfrm>
            <a:off x="7393700" y="4118400"/>
            <a:ext cx="2995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5" name="Google Shape;325;p29"/>
          <p:cNvSpPr txBox="1">
            <a:spLocks noGrp="1"/>
          </p:cNvSpPr>
          <p:nvPr>
            <p:ph type="subTitle" idx="7"/>
          </p:nvPr>
        </p:nvSpPr>
        <p:spPr>
          <a:xfrm>
            <a:off x="7393700" y="4755600"/>
            <a:ext cx="29952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86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26" name="Google Shape;326;p29"/>
          <p:cNvSpPr txBox="1">
            <a:spLocks noGrp="1"/>
          </p:cNvSpPr>
          <p:nvPr>
            <p:ph type="title" idx="8"/>
          </p:nvPr>
        </p:nvSpPr>
        <p:spPr>
          <a:xfrm>
            <a:off x="960000" y="720000"/>
            <a:ext cx="10272000" cy="9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2233898" y="-95419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8144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/>
          <p:nvPr/>
        </p:nvSpPr>
        <p:spPr>
          <a:xfrm>
            <a:off x="2200" y="371680"/>
            <a:ext cx="14709120" cy="6200640"/>
          </a:xfrm>
          <a:custGeom>
            <a:avLst/>
            <a:gdLst/>
            <a:ahLst/>
            <a:cxnLst/>
            <a:rect l="l" t="t" r="r" b="b"/>
            <a:pathLst>
              <a:path w="183864" h="77508" extrusionOk="0">
                <a:moveTo>
                  <a:pt x="104110" y="0"/>
                </a:moveTo>
                <a:lnTo>
                  <a:pt x="104110" y="26681"/>
                </a:lnTo>
                <a:lnTo>
                  <a:pt x="96501" y="26681"/>
                </a:lnTo>
                <a:lnTo>
                  <a:pt x="96501" y="6938"/>
                </a:lnTo>
                <a:lnTo>
                  <a:pt x="80234" y="6938"/>
                </a:lnTo>
                <a:lnTo>
                  <a:pt x="80234" y="26681"/>
                </a:lnTo>
                <a:lnTo>
                  <a:pt x="75340" y="26681"/>
                </a:lnTo>
                <a:lnTo>
                  <a:pt x="75340" y="9497"/>
                </a:lnTo>
                <a:lnTo>
                  <a:pt x="52022" y="9497"/>
                </a:lnTo>
                <a:lnTo>
                  <a:pt x="52022" y="43016"/>
                </a:lnTo>
                <a:lnTo>
                  <a:pt x="46614" y="43016"/>
                </a:lnTo>
                <a:lnTo>
                  <a:pt x="46614" y="29541"/>
                </a:lnTo>
                <a:lnTo>
                  <a:pt x="38435" y="22111"/>
                </a:lnTo>
                <a:lnTo>
                  <a:pt x="38167" y="12223"/>
                </a:lnTo>
                <a:lnTo>
                  <a:pt x="37899" y="22100"/>
                </a:lnTo>
                <a:lnTo>
                  <a:pt x="29586" y="29541"/>
                </a:lnTo>
                <a:lnTo>
                  <a:pt x="29586" y="43016"/>
                </a:lnTo>
                <a:lnTo>
                  <a:pt x="22346" y="43016"/>
                </a:lnTo>
                <a:lnTo>
                  <a:pt x="22346" y="30379"/>
                </a:lnTo>
                <a:lnTo>
                  <a:pt x="0" y="30379"/>
                </a:lnTo>
                <a:lnTo>
                  <a:pt x="0" y="77507"/>
                </a:lnTo>
                <a:lnTo>
                  <a:pt x="183863" y="77507"/>
                </a:lnTo>
                <a:lnTo>
                  <a:pt x="183863" y="42882"/>
                </a:lnTo>
                <a:lnTo>
                  <a:pt x="183830" y="42882"/>
                </a:lnTo>
                <a:lnTo>
                  <a:pt x="183830" y="17486"/>
                </a:lnTo>
                <a:lnTo>
                  <a:pt x="163931" y="17486"/>
                </a:lnTo>
                <a:lnTo>
                  <a:pt x="163931" y="42882"/>
                </a:lnTo>
                <a:lnTo>
                  <a:pt x="159003" y="42882"/>
                </a:lnTo>
                <a:lnTo>
                  <a:pt x="159003" y="24167"/>
                </a:lnTo>
                <a:lnTo>
                  <a:pt x="133305" y="24167"/>
                </a:lnTo>
                <a:lnTo>
                  <a:pt x="133305" y="0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7" name="Google Shape;417;p35"/>
          <p:cNvGrpSpPr/>
          <p:nvPr/>
        </p:nvGrpSpPr>
        <p:grpSpPr>
          <a:xfrm>
            <a:off x="-441600" y="6422080"/>
            <a:ext cx="15596720" cy="765200"/>
            <a:chOff x="-331200" y="4816560"/>
            <a:chExt cx="11697540" cy="573900"/>
          </a:xfrm>
        </p:grpSpPr>
        <p:sp>
          <p:nvSpPr>
            <p:cNvPr id="418" name="Google Shape;418;p35"/>
            <p:cNvSpPr/>
            <p:nvPr/>
          </p:nvSpPr>
          <p:spPr>
            <a:xfrm>
              <a:off x="-38220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-163920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-331200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-327180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22" name="Google Shape;422;p35"/>
          <p:cNvSpPr/>
          <p:nvPr/>
        </p:nvSpPr>
        <p:spPr>
          <a:xfrm>
            <a:off x="11232007" y="233607"/>
            <a:ext cx="1845924" cy="972803"/>
          </a:xfrm>
          <a:custGeom>
            <a:avLst/>
            <a:gdLst/>
            <a:ahLst/>
            <a:cxnLst/>
            <a:rect l="l" t="t" r="r" b="b"/>
            <a:pathLst>
              <a:path w="23051" h="12158" extrusionOk="0">
                <a:moveTo>
                  <a:pt x="10481" y="1"/>
                </a:moveTo>
                <a:cubicBezTo>
                  <a:pt x="8090" y="1"/>
                  <a:pt x="6023" y="1386"/>
                  <a:pt x="5028" y="3409"/>
                </a:cubicBezTo>
                <a:cubicBezTo>
                  <a:pt x="4827" y="3375"/>
                  <a:pt x="4615" y="3353"/>
                  <a:pt x="4403" y="3353"/>
                </a:cubicBezTo>
                <a:cubicBezTo>
                  <a:pt x="1978" y="3353"/>
                  <a:pt x="0" y="5319"/>
                  <a:pt x="0" y="7755"/>
                </a:cubicBezTo>
                <a:cubicBezTo>
                  <a:pt x="0" y="10180"/>
                  <a:pt x="1978" y="12157"/>
                  <a:pt x="4403" y="12157"/>
                </a:cubicBezTo>
                <a:lnTo>
                  <a:pt x="17397" y="12157"/>
                </a:lnTo>
                <a:cubicBezTo>
                  <a:pt x="20525" y="12157"/>
                  <a:pt x="23050" y="9621"/>
                  <a:pt x="23050" y="6492"/>
                </a:cubicBezTo>
                <a:cubicBezTo>
                  <a:pt x="23050" y="3364"/>
                  <a:pt x="20525" y="839"/>
                  <a:pt x="17397" y="839"/>
                </a:cubicBezTo>
                <a:cubicBezTo>
                  <a:pt x="16358" y="839"/>
                  <a:pt x="15408" y="1118"/>
                  <a:pt x="14570" y="1599"/>
                </a:cubicBezTo>
                <a:cubicBezTo>
                  <a:pt x="13497" y="604"/>
                  <a:pt x="12056" y="1"/>
                  <a:pt x="104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35"/>
          <p:cNvSpPr/>
          <p:nvPr/>
        </p:nvSpPr>
        <p:spPr>
          <a:xfrm>
            <a:off x="-885929" y="1532789"/>
            <a:ext cx="1845924" cy="972723"/>
          </a:xfrm>
          <a:custGeom>
            <a:avLst/>
            <a:gdLst/>
            <a:ahLst/>
            <a:cxnLst/>
            <a:rect l="l" t="t" r="r" b="b"/>
            <a:pathLst>
              <a:path w="23051" h="12157" extrusionOk="0">
                <a:moveTo>
                  <a:pt x="12570" y="0"/>
                </a:moveTo>
                <a:cubicBezTo>
                  <a:pt x="10994" y="0"/>
                  <a:pt x="9553" y="603"/>
                  <a:pt x="8480" y="1598"/>
                </a:cubicBezTo>
                <a:cubicBezTo>
                  <a:pt x="7643" y="1117"/>
                  <a:pt x="6693" y="838"/>
                  <a:pt x="5665" y="838"/>
                </a:cubicBezTo>
                <a:cubicBezTo>
                  <a:pt x="2548" y="838"/>
                  <a:pt x="0" y="3374"/>
                  <a:pt x="0" y="6503"/>
                </a:cubicBezTo>
                <a:cubicBezTo>
                  <a:pt x="0" y="9631"/>
                  <a:pt x="2536" y="12156"/>
                  <a:pt x="5665" y="12156"/>
                </a:cubicBezTo>
                <a:lnTo>
                  <a:pt x="18648" y="12156"/>
                </a:lnTo>
                <a:cubicBezTo>
                  <a:pt x="21084" y="12156"/>
                  <a:pt x="23050" y="10190"/>
                  <a:pt x="23050" y="7754"/>
                </a:cubicBezTo>
                <a:cubicBezTo>
                  <a:pt x="23050" y="5330"/>
                  <a:pt x="21084" y="3352"/>
                  <a:pt x="18648" y="3352"/>
                </a:cubicBezTo>
                <a:cubicBezTo>
                  <a:pt x="18436" y="3352"/>
                  <a:pt x="18235" y="3385"/>
                  <a:pt x="18022" y="3408"/>
                </a:cubicBezTo>
                <a:cubicBezTo>
                  <a:pt x="17028" y="1386"/>
                  <a:pt x="14961" y="0"/>
                  <a:pt x="1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4" name="Google Shape;424;p35"/>
          <p:cNvSpPr/>
          <p:nvPr/>
        </p:nvSpPr>
        <p:spPr>
          <a:xfrm>
            <a:off x="3358053" y="-95419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7283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"/>
          <p:cNvSpPr/>
          <p:nvPr/>
        </p:nvSpPr>
        <p:spPr>
          <a:xfrm>
            <a:off x="-364819" y="1193680"/>
            <a:ext cx="15585849" cy="5993600"/>
          </a:xfrm>
          <a:custGeom>
            <a:avLst/>
            <a:gdLst/>
            <a:ahLst/>
            <a:cxnLst/>
            <a:rect l="l" t="t" r="r" b="b"/>
            <a:pathLst>
              <a:path w="193886" h="74637" extrusionOk="0">
                <a:moveTo>
                  <a:pt x="86077" y="1"/>
                </a:moveTo>
                <a:lnTo>
                  <a:pt x="36123" y="39375"/>
                </a:lnTo>
                <a:lnTo>
                  <a:pt x="24615" y="34648"/>
                </a:lnTo>
                <a:lnTo>
                  <a:pt x="2045" y="65084"/>
                </a:lnTo>
                <a:lnTo>
                  <a:pt x="782" y="66782"/>
                </a:lnTo>
                <a:lnTo>
                  <a:pt x="0" y="67832"/>
                </a:lnTo>
                <a:cubicBezTo>
                  <a:pt x="0" y="68212"/>
                  <a:pt x="12" y="68592"/>
                  <a:pt x="12" y="68961"/>
                </a:cubicBezTo>
                <a:cubicBezTo>
                  <a:pt x="436" y="69855"/>
                  <a:pt x="1341" y="70469"/>
                  <a:pt x="2391" y="70503"/>
                </a:cubicBezTo>
                <a:cubicBezTo>
                  <a:pt x="2380" y="70570"/>
                  <a:pt x="2380" y="70637"/>
                  <a:pt x="2380" y="70715"/>
                </a:cubicBezTo>
                <a:cubicBezTo>
                  <a:pt x="2380" y="71788"/>
                  <a:pt x="3252" y="72670"/>
                  <a:pt x="4336" y="72670"/>
                </a:cubicBezTo>
                <a:lnTo>
                  <a:pt x="4637" y="72670"/>
                </a:lnTo>
                <a:lnTo>
                  <a:pt x="4637" y="72726"/>
                </a:lnTo>
                <a:cubicBezTo>
                  <a:pt x="4637" y="73787"/>
                  <a:pt x="5497" y="74637"/>
                  <a:pt x="6559" y="74637"/>
                </a:cubicBezTo>
                <a:lnTo>
                  <a:pt x="187919" y="74637"/>
                </a:lnTo>
                <a:cubicBezTo>
                  <a:pt x="188981" y="74637"/>
                  <a:pt x="189830" y="73787"/>
                  <a:pt x="189830" y="72726"/>
                </a:cubicBezTo>
                <a:lnTo>
                  <a:pt x="189830" y="72670"/>
                </a:lnTo>
                <a:cubicBezTo>
                  <a:pt x="190903" y="72648"/>
                  <a:pt x="191774" y="71788"/>
                  <a:pt x="191774" y="70715"/>
                </a:cubicBezTo>
                <a:cubicBezTo>
                  <a:pt x="191774" y="70637"/>
                  <a:pt x="191763" y="70570"/>
                  <a:pt x="191763" y="70503"/>
                </a:cubicBezTo>
                <a:lnTo>
                  <a:pt x="191953" y="70503"/>
                </a:lnTo>
                <a:cubicBezTo>
                  <a:pt x="192545" y="70503"/>
                  <a:pt x="193104" y="70302"/>
                  <a:pt x="193551" y="69989"/>
                </a:cubicBezTo>
                <a:cubicBezTo>
                  <a:pt x="193562" y="69274"/>
                  <a:pt x="193573" y="68547"/>
                  <a:pt x="193573" y="67832"/>
                </a:cubicBezTo>
                <a:cubicBezTo>
                  <a:pt x="193573" y="67475"/>
                  <a:pt x="193573" y="67095"/>
                  <a:pt x="193562" y="66748"/>
                </a:cubicBezTo>
                <a:cubicBezTo>
                  <a:pt x="193562" y="66357"/>
                  <a:pt x="193886" y="65743"/>
                  <a:pt x="193539" y="65575"/>
                </a:cubicBezTo>
                <a:cubicBezTo>
                  <a:pt x="193517" y="65553"/>
                  <a:pt x="186914" y="34380"/>
                  <a:pt x="186970" y="34291"/>
                </a:cubicBezTo>
                <a:cubicBezTo>
                  <a:pt x="187070" y="34123"/>
                  <a:pt x="168422" y="14079"/>
                  <a:pt x="168422" y="14079"/>
                </a:cubicBezTo>
                <a:lnTo>
                  <a:pt x="142490" y="29118"/>
                </a:lnTo>
                <a:lnTo>
                  <a:pt x="86077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7" name="Google Shape;427;p36"/>
          <p:cNvGrpSpPr/>
          <p:nvPr/>
        </p:nvGrpSpPr>
        <p:grpSpPr>
          <a:xfrm>
            <a:off x="-364820" y="6422080"/>
            <a:ext cx="15596720" cy="765200"/>
            <a:chOff x="-273615" y="4816560"/>
            <a:chExt cx="11697540" cy="573900"/>
          </a:xfrm>
        </p:grpSpPr>
        <p:sp>
          <p:nvSpPr>
            <p:cNvPr id="428" name="Google Shape;428;p36"/>
            <p:cNvSpPr/>
            <p:nvPr/>
          </p:nvSpPr>
          <p:spPr>
            <a:xfrm>
              <a:off x="21345" y="5161140"/>
              <a:ext cx="11111580" cy="229320"/>
            </a:xfrm>
            <a:custGeom>
              <a:avLst/>
              <a:gdLst/>
              <a:ahLst/>
              <a:cxnLst/>
              <a:rect l="l" t="t" r="r" b="b"/>
              <a:pathLst>
                <a:path w="185193" h="3822" extrusionOk="0">
                  <a:moveTo>
                    <a:pt x="1922" y="0"/>
                  </a:moveTo>
                  <a:cubicBezTo>
                    <a:pt x="849" y="0"/>
                    <a:pt x="0" y="849"/>
                    <a:pt x="0" y="1911"/>
                  </a:cubicBezTo>
                  <a:cubicBezTo>
                    <a:pt x="0" y="2972"/>
                    <a:pt x="860" y="3821"/>
                    <a:pt x="1922" y="3821"/>
                  </a:cubicBezTo>
                  <a:lnTo>
                    <a:pt x="183282" y="3821"/>
                  </a:lnTo>
                  <a:cubicBezTo>
                    <a:pt x="184344" y="3821"/>
                    <a:pt x="185193" y="2972"/>
                    <a:pt x="185193" y="1911"/>
                  </a:cubicBezTo>
                  <a:cubicBezTo>
                    <a:pt x="185193" y="860"/>
                    <a:pt x="184344" y="0"/>
                    <a:pt x="183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-114075" y="5038440"/>
              <a:ext cx="11362980" cy="234720"/>
            </a:xfrm>
            <a:custGeom>
              <a:avLst/>
              <a:gdLst/>
              <a:ahLst/>
              <a:cxnLst/>
              <a:rect l="l" t="t" r="r" b="b"/>
              <a:pathLst>
                <a:path w="189383" h="3912" extrusionOk="0">
                  <a:moveTo>
                    <a:pt x="1956" y="0"/>
                  </a:moveTo>
                  <a:cubicBezTo>
                    <a:pt x="883" y="0"/>
                    <a:pt x="0" y="883"/>
                    <a:pt x="0" y="1956"/>
                  </a:cubicBezTo>
                  <a:cubicBezTo>
                    <a:pt x="0" y="3028"/>
                    <a:pt x="883" y="3911"/>
                    <a:pt x="1956" y="3911"/>
                  </a:cubicBezTo>
                  <a:lnTo>
                    <a:pt x="187428" y="3911"/>
                  </a:lnTo>
                  <a:cubicBezTo>
                    <a:pt x="188500" y="3911"/>
                    <a:pt x="189383" y="3028"/>
                    <a:pt x="189383" y="1956"/>
                  </a:cubicBezTo>
                  <a:cubicBezTo>
                    <a:pt x="189383" y="872"/>
                    <a:pt x="188511" y="0"/>
                    <a:pt x="18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-273615" y="4816560"/>
              <a:ext cx="11697540" cy="326520"/>
            </a:xfrm>
            <a:custGeom>
              <a:avLst/>
              <a:gdLst/>
              <a:ahLst/>
              <a:cxnLst/>
              <a:rect l="l" t="t" r="r" b="b"/>
              <a:pathLst>
                <a:path w="194959" h="5442" extrusionOk="0">
                  <a:moveTo>
                    <a:pt x="2726" y="0"/>
                  </a:moveTo>
                  <a:cubicBezTo>
                    <a:pt x="1978" y="0"/>
                    <a:pt x="1285" y="302"/>
                    <a:pt x="805" y="793"/>
                  </a:cubicBezTo>
                  <a:cubicBezTo>
                    <a:pt x="313" y="1285"/>
                    <a:pt x="0" y="1967"/>
                    <a:pt x="0" y="2726"/>
                  </a:cubicBezTo>
                  <a:cubicBezTo>
                    <a:pt x="0" y="2916"/>
                    <a:pt x="34" y="3117"/>
                    <a:pt x="78" y="3296"/>
                  </a:cubicBezTo>
                  <a:cubicBezTo>
                    <a:pt x="335" y="4525"/>
                    <a:pt x="1430" y="5441"/>
                    <a:pt x="2737" y="5441"/>
                  </a:cubicBezTo>
                  <a:lnTo>
                    <a:pt x="192232" y="5441"/>
                  </a:lnTo>
                  <a:cubicBezTo>
                    <a:pt x="193550" y="5441"/>
                    <a:pt x="194634" y="4525"/>
                    <a:pt x="194902" y="3296"/>
                  </a:cubicBezTo>
                  <a:cubicBezTo>
                    <a:pt x="194947" y="3106"/>
                    <a:pt x="194958" y="2916"/>
                    <a:pt x="194958" y="2726"/>
                  </a:cubicBezTo>
                  <a:cubicBezTo>
                    <a:pt x="194958" y="1218"/>
                    <a:pt x="193740" y="0"/>
                    <a:pt x="1922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-268935" y="4884900"/>
              <a:ext cx="11689500" cy="258180"/>
            </a:xfrm>
            <a:custGeom>
              <a:avLst/>
              <a:gdLst/>
              <a:ahLst/>
              <a:cxnLst/>
              <a:rect l="l" t="t" r="r" b="b"/>
              <a:pathLst>
                <a:path w="194825" h="4303" extrusionOk="0">
                  <a:moveTo>
                    <a:pt x="2648" y="1"/>
                  </a:moveTo>
                  <a:cubicBezTo>
                    <a:pt x="1900" y="1"/>
                    <a:pt x="1207" y="314"/>
                    <a:pt x="727" y="794"/>
                  </a:cubicBezTo>
                  <a:cubicBezTo>
                    <a:pt x="369" y="1163"/>
                    <a:pt x="112" y="1643"/>
                    <a:pt x="0" y="2157"/>
                  </a:cubicBezTo>
                  <a:cubicBezTo>
                    <a:pt x="257" y="3386"/>
                    <a:pt x="1352" y="4302"/>
                    <a:pt x="2659" y="4302"/>
                  </a:cubicBezTo>
                  <a:lnTo>
                    <a:pt x="192154" y="4302"/>
                  </a:lnTo>
                  <a:cubicBezTo>
                    <a:pt x="193472" y="4302"/>
                    <a:pt x="194556" y="3386"/>
                    <a:pt x="194824" y="2157"/>
                  </a:cubicBezTo>
                  <a:cubicBezTo>
                    <a:pt x="194556" y="928"/>
                    <a:pt x="193472" y="1"/>
                    <a:pt x="19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2" name="Google Shape;432;p36"/>
          <p:cNvSpPr/>
          <p:nvPr/>
        </p:nvSpPr>
        <p:spPr>
          <a:xfrm>
            <a:off x="10088311" y="719994"/>
            <a:ext cx="3202319" cy="944932"/>
          </a:xfrm>
          <a:custGeom>
            <a:avLst/>
            <a:gdLst/>
            <a:ahLst/>
            <a:cxnLst/>
            <a:rect l="l" t="t" r="r" b="b"/>
            <a:pathLst>
              <a:path w="39989" h="11822" extrusionOk="0">
                <a:moveTo>
                  <a:pt x="34949" y="1"/>
                </a:moveTo>
                <a:lnTo>
                  <a:pt x="30357" y="5833"/>
                </a:lnTo>
                <a:lnTo>
                  <a:pt x="4290" y="5833"/>
                </a:lnTo>
                <a:cubicBezTo>
                  <a:pt x="3397" y="5889"/>
                  <a:pt x="2626" y="6191"/>
                  <a:pt x="2101" y="6939"/>
                </a:cubicBezTo>
                <a:cubicBezTo>
                  <a:pt x="1885" y="6894"/>
                  <a:pt x="1672" y="6873"/>
                  <a:pt x="1460" y="6873"/>
                </a:cubicBezTo>
                <a:cubicBezTo>
                  <a:pt x="1091" y="6873"/>
                  <a:pt x="727" y="6937"/>
                  <a:pt x="358" y="7051"/>
                </a:cubicBezTo>
                <a:cubicBezTo>
                  <a:pt x="134" y="7118"/>
                  <a:pt x="0" y="7364"/>
                  <a:pt x="34" y="7576"/>
                </a:cubicBezTo>
                <a:cubicBezTo>
                  <a:pt x="223" y="8883"/>
                  <a:pt x="1341" y="9867"/>
                  <a:pt x="2704" y="9867"/>
                </a:cubicBezTo>
                <a:lnTo>
                  <a:pt x="14447" y="9867"/>
                </a:lnTo>
                <a:lnTo>
                  <a:pt x="14436" y="11319"/>
                </a:lnTo>
                <a:cubicBezTo>
                  <a:pt x="14436" y="11487"/>
                  <a:pt x="14547" y="11643"/>
                  <a:pt x="14693" y="11688"/>
                </a:cubicBezTo>
                <a:cubicBezTo>
                  <a:pt x="14972" y="11788"/>
                  <a:pt x="15274" y="11822"/>
                  <a:pt x="15564" y="11822"/>
                </a:cubicBezTo>
                <a:lnTo>
                  <a:pt x="20983" y="11822"/>
                </a:lnTo>
                <a:lnTo>
                  <a:pt x="20983" y="11364"/>
                </a:lnTo>
                <a:lnTo>
                  <a:pt x="21609" y="11364"/>
                </a:lnTo>
                <a:lnTo>
                  <a:pt x="21609" y="9855"/>
                </a:lnTo>
                <a:lnTo>
                  <a:pt x="29016" y="9855"/>
                </a:lnTo>
                <a:lnTo>
                  <a:pt x="38972" y="8247"/>
                </a:lnTo>
                <a:cubicBezTo>
                  <a:pt x="39553" y="8157"/>
                  <a:pt x="39988" y="7654"/>
                  <a:pt x="39988" y="7062"/>
                </a:cubicBezTo>
                <a:lnTo>
                  <a:pt x="39988" y="7051"/>
                </a:lnTo>
                <a:cubicBezTo>
                  <a:pt x="39988" y="6381"/>
                  <a:pt x="39441" y="5833"/>
                  <a:pt x="38793" y="5833"/>
                </a:cubicBezTo>
                <a:lnTo>
                  <a:pt x="38268" y="5833"/>
                </a:lnTo>
                <a:lnTo>
                  <a:pt x="39418" y="1"/>
                </a:lnTo>
                <a:close/>
              </a:path>
            </a:pathLst>
          </a:custGeom>
          <a:solidFill>
            <a:srgbClr val="000000">
              <a:alpha val="65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3" name="Google Shape;433;p36"/>
          <p:cNvSpPr/>
          <p:nvPr/>
        </p:nvSpPr>
        <p:spPr>
          <a:xfrm>
            <a:off x="11232007" y="2265607"/>
            <a:ext cx="1845924" cy="972803"/>
          </a:xfrm>
          <a:custGeom>
            <a:avLst/>
            <a:gdLst/>
            <a:ahLst/>
            <a:cxnLst/>
            <a:rect l="l" t="t" r="r" b="b"/>
            <a:pathLst>
              <a:path w="23051" h="12158" extrusionOk="0">
                <a:moveTo>
                  <a:pt x="10481" y="1"/>
                </a:moveTo>
                <a:cubicBezTo>
                  <a:pt x="8090" y="1"/>
                  <a:pt x="6023" y="1386"/>
                  <a:pt x="5028" y="3409"/>
                </a:cubicBezTo>
                <a:cubicBezTo>
                  <a:pt x="4827" y="3375"/>
                  <a:pt x="4615" y="3353"/>
                  <a:pt x="4403" y="3353"/>
                </a:cubicBezTo>
                <a:cubicBezTo>
                  <a:pt x="1978" y="3353"/>
                  <a:pt x="0" y="5319"/>
                  <a:pt x="0" y="7755"/>
                </a:cubicBezTo>
                <a:cubicBezTo>
                  <a:pt x="0" y="10180"/>
                  <a:pt x="1978" y="12157"/>
                  <a:pt x="4403" y="12157"/>
                </a:cubicBezTo>
                <a:lnTo>
                  <a:pt x="17397" y="12157"/>
                </a:lnTo>
                <a:cubicBezTo>
                  <a:pt x="20525" y="12157"/>
                  <a:pt x="23050" y="9621"/>
                  <a:pt x="23050" y="6492"/>
                </a:cubicBezTo>
                <a:cubicBezTo>
                  <a:pt x="23050" y="3364"/>
                  <a:pt x="20525" y="839"/>
                  <a:pt x="17397" y="839"/>
                </a:cubicBezTo>
                <a:cubicBezTo>
                  <a:pt x="16358" y="839"/>
                  <a:pt x="15408" y="1118"/>
                  <a:pt x="14570" y="1599"/>
                </a:cubicBezTo>
                <a:cubicBezTo>
                  <a:pt x="13497" y="604"/>
                  <a:pt x="12056" y="1"/>
                  <a:pt x="104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36"/>
          <p:cNvSpPr/>
          <p:nvPr/>
        </p:nvSpPr>
        <p:spPr>
          <a:xfrm>
            <a:off x="-885929" y="1634389"/>
            <a:ext cx="1845924" cy="972723"/>
          </a:xfrm>
          <a:custGeom>
            <a:avLst/>
            <a:gdLst/>
            <a:ahLst/>
            <a:cxnLst/>
            <a:rect l="l" t="t" r="r" b="b"/>
            <a:pathLst>
              <a:path w="23051" h="12157" extrusionOk="0">
                <a:moveTo>
                  <a:pt x="12570" y="0"/>
                </a:moveTo>
                <a:cubicBezTo>
                  <a:pt x="10994" y="0"/>
                  <a:pt x="9553" y="603"/>
                  <a:pt x="8480" y="1598"/>
                </a:cubicBezTo>
                <a:cubicBezTo>
                  <a:pt x="7643" y="1117"/>
                  <a:pt x="6693" y="838"/>
                  <a:pt x="5665" y="838"/>
                </a:cubicBezTo>
                <a:cubicBezTo>
                  <a:pt x="2548" y="838"/>
                  <a:pt x="0" y="3374"/>
                  <a:pt x="0" y="6503"/>
                </a:cubicBezTo>
                <a:cubicBezTo>
                  <a:pt x="0" y="9631"/>
                  <a:pt x="2536" y="12156"/>
                  <a:pt x="5665" y="12156"/>
                </a:cubicBezTo>
                <a:lnTo>
                  <a:pt x="18648" y="12156"/>
                </a:lnTo>
                <a:cubicBezTo>
                  <a:pt x="21084" y="12156"/>
                  <a:pt x="23050" y="10190"/>
                  <a:pt x="23050" y="7754"/>
                </a:cubicBezTo>
                <a:cubicBezTo>
                  <a:pt x="23050" y="5330"/>
                  <a:pt x="21084" y="3352"/>
                  <a:pt x="18648" y="3352"/>
                </a:cubicBezTo>
                <a:cubicBezTo>
                  <a:pt x="18436" y="3352"/>
                  <a:pt x="18235" y="3385"/>
                  <a:pt x="18022" y="3408"/>
                </a:cubicBezTo>
                <a:cubicBezTo>
                  <a:pt x="17028" y="1386"/>
                  <a:pt x="14961" y="0"/>
                  <a:pt x="1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p36"/>
          <p:cNvSpPr/>
          <p:nvPr/>
        </p:nvSpPr>
        <p:spPr>
          <a:xfrm>
            <a:off x="6914053" y="-95419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4871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622400"/>
            <a:ext cx="10272000" cy="4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43568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6"/>
          <p:cNvSpPr/>
          <p:nvPr/>
        </p:nvSpPr>
        <p:spPr>
          <a:xfrm>
            <a:off x="9695273" y="1126407"/>
            <a:ext cx="1845924" cy="972803"/>
          </a:xfrm>
          <a:custGeom>
            <a:avLst/>
            <a:gdLst/>
            <a:ahLst/>
            <a:cxnLst/>
            <a:rect l="l" t="t" r="r" b="b"/>
            <a:pathLst>
              <a:path w="23051" h="12158" extrusionOk="0">
                <a:moveTo>
                  <a:pt x="10481" y="1"/>
                </a:moveTo>
                <a:cubicBezTo>
                  <a:pt x="8090" y="1"/>
                  <a:pt x="6023" y="1386"/>
                  <a:pt x="5028" y="3409"/>
                </a:cubicBezTo>
                <a:cubicBezTo>
                  <a:pt x="4827" y="3375"/>
                  <a:pt x="4615" y="3353"/>
                  <a:pt x="4403" y="3353"/>
                </a:cubicBezTo>
                <a:cubicBezTo>
                  <a:pt x="1978" y="3353"/>
                  <a:pt x="0" y="5319"/>
                  <a:pt x="0" y="7755"/>
                </a:cubicBezTo>
                <a:cubicBezTo>
                  <a:pt x="0" y="10180"/>
                  <a:pt x="1978" y="12157"/>
                  <a:pt x="4403" y="12157"/>
                </a:cubicBezTo>
                <a:lnTo>
                  <a:pt x="17397" y="12157"/>
                </a:lnTo>
                <a:cubicBezTo>
                  <a:pt x="20525" y="12157"/>
                  <a:pt x="23050" y="9621"/>
                  <a:pt x="23050" y="6492"/>
                </a:cubicBezTo>
                <a:cubicBezTo>
                  <a:pt x="23050" y="3364"/>
                  <a:pt x="20525" y="839"/>
                  <a:pt x="17397" y="839"/>
                </a:cubicBezTo>
                <a:cubicBezTo>
                  <a:pt x="16358" y="839"/>
                  <a:pt x="15408" y="1118"/>
                  <a:pt x="14570" y="1599"/>
                </a:cubicBezTo>
                <a:cubicBezTo>
                  <a:pt x="13497" y="604"/>
                  <a:pt x="12056" y="1"/>
                  <a:pt x="104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34" name="Google Shape;1034;p46"/>
          <p:cNvSpPr/>
          <p:nvPr/>
        </p:nvSpPr>
        <p:spPr>
          <a:xfrm>
            <a:off x="650803" y="719989"/>
            <a:ext cx="1845924" cy="972723"/>
          </a:xfrm>
          <a:custGeom>
            <a:avLst/>
            <a:gdLst/>
            <a:ahLst/>
            <a:cxnLst/>
            <a:rect l="l" t="t" r="r" b="b"/>
            <a:pathLst>
              <a:path w="23051" h="12157" extrusionOk="0">
                <a:moveTo>
                  <a:pt x="12570" y="0"/>
                </a:moveTo>
                <a:cubicBezTo>
                  <a:pt x="10994" y="0"/>
                  <a:pt x="9553" y="603"/>
                  <a:pt x="8480" y="1598"/>
                </a:cubicBezTo>
                <a:cubicBezTo>
                  <a:pt x="7643" y="1117"/>
                  <a:pt x="6693" y="838"/>
                  <a:pt x="5665" y="838"/>
                </a:cubicBezTo>
                <a:cubicBezTo>
                  <a:pt x="2548" y="838"/>
                  <a:pt x="0" y="3374"/>
                  <a:pt x="0" y="6503"/>
                </a:cubicBezTo>
                <a:cubicBezTo>
                  <a:pt x="0" y="9631"/>
                  <a:pt x="2536" y="12156"/>
                  <a:pt x="5665" y="12156"/>
                </a:cubicBezTo>
                <a:lnTo>
                  <a:pt x="18648" y="12156"/>
                </a:lnTo>
                <a:cubicBezTo>
                  <a:pt x="21084" y="12156"/>
                  <a:pt x="23050" y="10190"/>
                  <a:pt x="23050" y="7754"/>
                </a:cubicBezTo>
                <a:cubicBezTo>
                  <a:pt x="23050" y="5330"/>
                  <a:pt x="21084" y="3352"/>
                  <a:pt x="18648" y="3352"/>
                </a:cubicBezTo>
                <a:cubicBezTo>
                  <a:pt x="18436" y="3352"/>
                  <a:pt x="18235" y="3385"/>
                  <a:pt x="18022" y="3408"/>
                </a:cubicBezTo>
                <a:cubicBezTo>
                  <a:pt x="17028" y="1386"/>
                  <a:pt x="14961" y="0"/>
                  <a:pt x="1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35" name="Google Shape;1035;p46"/>
          <p:cNvSpPr/>
          <p:nvPr/>
        </p:nvSpPr>
        <p:spPr>
          <a:xfrm>
            <a:off x="5414853" y="123581"/>
            <a:ext cx="1733172" cy="815416"/>
          </a:xfrm>
          <a:custGeom>
            <a:avLst/>
            <a:gdLst/>
            <a:ahLst/>
            <a:cxnLst/>
            <a:rect l="l" t="t" r="r" b="b"/>
            <a:pathLst>
              <a:path w="21643" h="10191" extrusionOk="0">
                <a:moveTo>
                  <a:pt x="12704" y="1"/>
                </a:moveTo>
                <a:cubicBezTo>
                  <a:pt x="11352" y="1"/>
                  <a:pt x="10179" y="738"/>
                  <a:pt x="9554" y="1844"/>
                </a:cubicBezTo>
                <a:cubicBezTo>
                  <a:pt x="9062" y="1643"/>
                  <a:pt x="8514" y="1532"/>
                  <a:pt x="7956" y="1532"/>
                </a:cubicBezTo>
                <a:cubicBezTo>
                  <a:pt x="7028" y="1532"/>
                  <a:pt x="6157" y="1844"/>
                  <a:pt x="5442" y="2336"/>
                </a:cubicBezTo>
                <a:cubicBezTo>
                  <a:pt x="5017" y="2191"/>
                  <a:pt x="4537" y="2090"/>
                  <a:pt x="4045" y="2090"/>
                </a:cubicBezTo>
                <a:cubicBezTo>
                  <a:pt x="1811" y="2090"/>
                  <a:pt x="1" y="3911"/>
                  <a:pt x="1" y="6146"/>
                </a:cubicBezTo>
                <a:cubicBezTo>
                  <a:pt x="1" y="8381"/>
                  <a:pt x="1811" y="10191"/>
                  <a:pt x="4045" y="10191"/>
                </a:cubicBezTo>
                <a:lnTo>
                  <a:pt x="17453" y="10191"/>
                </a:lnTo>
                <a:cubicBezTo>
                  <a:pt x="19777" y="10191"/>
                  <a:pt x="21643" y="8325"/>
                  <a:pt x="21643" y="6001"/>
                </a:cubicBezTo>
                <a:cubicBezTo>
                  <a:pt x="21643" y="3688"/>
                  <a:pt x="19777" y="1811"/>
                  <a:pt x="17453" y="1811"/>
                </a:cubicBezTo>
                <a:cubicBezTo>
                  <a:pt x="16939" y="1811"/>
                  <a:pt x="16447" y="1911"/>
                  <a:pt x="15989" y="2079"/>
                </a:cubicBezTo>
                <a:cubicBezTo>
                  <a:pt x="15408" y="850"/>
                  <a:pt x="14157" y="1"/>
                  <a:pt x="127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36" name="Google Shape;1036;p46"/>
          <p:cNvSpPr txBox="1">
            <a:spLocks noGrp="1"/>
          </p:cNvSpPr>
          <p:nvPr>
            <p:ph type="title"/>
          </p:nvPr>
        </p:nvSpPr>
        <p:spPr>
          <a:xfrm>
            <a:off x="97446" y="677971"/>
            <a:ext cx="10194988" cy="1818500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lvl="0"/>
            <a:r>
              <a:rPr lang="en-US" sz="5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E-Complaint &amp; Public Service </a:t>
            </a:r>
            <a:r>
              <a:rPr lang="en-US" sz="5867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</a:t>
            </a:r>
            <a:endParaRPr sz="5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7" name="Google Shape;1037;p46"/>
          <p:cNvSpPr txBox="1">
            <a:spLocks noGrp="1"/>
          </p:cNvSpPr>
          <p:nvPr>
            <p:ph type="subTitle" idx="1"/>
          </p:nvPr>
        </p:nvSpPr>
        <p:spPr>
          <a:xfrm>
            <a:off x="959999" y="3028801"/>
            <a:ext cx="6204628" cy="1292068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0" indent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platform where citizens can submit complaints related to public services and allows users to monitor the status of their complaints in real time.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38" name="Google Shape;1038;p46"/>
          <p:cNvGrpSpPr/>
          <p:nvPr/>
        </p:nvGrpSpPr>
        <p:grpSpPr>
          <a:xfrm>
            <a:off x="6073500" y="3464738"/>
            <a:ext cx="7505347" cy="2960943"/>
            <a:chOff x="292725" y="2162600"/>
            <a:chExt cx="6013900" cy="2372550"/>
          </a:xfrm>
        </p:grpSpPr>
        <p:sp>
          <p:nvSpPr>
            <p:cNvPr id="1039" name="Google Shape;1039;p46"/>
            <p:cNvSpPr/>
            <p:nvPr/>
          </p:nvSpPr>
          <p:spPr>
            <a:xfrm>
              <a:off x="292725" y="2162600"/>
              <a:ext cx="6013900" cy="2372550"/>
            </a:xfrm>
            <a:custGeom>
              <a:avLst/>
              <a:gdLst/>
              <a:ahLst/>
              <a:cxnLst/>
              <a:rect l="l" t="t" r="r" b="b"/>
              <a:pathLst>
                <a:path w="120278" h="47451" extrusionOk="0">
                  <a:moveTo>
                    <a:pt x="68240" y="1"/>
                  </a:moveTo>
                  <a:cubicBezTo>
                    <a:pt x="65033" y="1"/>
                    <a:pt x="61841" y="1338"/>
                    <a:pt x="59575" y="3966"/>
                  </a:cubicBezTo>
                  <a:lnTo>
                    <a:pt x="50949" y="13954"/>
                  </a:lnTo>
                  <a:lnTo>
                    <a:pt x="36536" y="10725"/>
                  </a:lnTo>
                  <a:cubicBezTo>
                    <a:pt x="35622" y="10521"/>
                    <a:pt x="34701" y="10422"/>
                    <a:pt x="33789" y="10422"/>
                  </a:cubicBezTo>
                  <a:cubicBezTo>
                    <a:pt x="29908" y="10422"/>
                    <a:pt x="26181" y="12220"/>
                    <a:pt x="23765" y="15396"/>
                  </a:cubicBezTo>
                  <a:lnTo>
                    <a:pt x="0" y="46613"/>
                  </a:lnTo>
                  <a:lnTo>
                    <a:pt x="120278" y="47451"/>
                  </a:lnTo>
                  <a:lnTo>
                    <a:pt x="108602" y="22792"/>
                  </a:lnTo>
                  <a:cubicBezTo>
                    <a:pt x="107173" y="19776"/>
                    <a:pt x="104136" y="17908"/>
                    <a:pt x="100871" y="17908"/>
                  </a:cubicBezTo>
                  <a:cubicBezTo>
                    <a:pt x="100434" y="17908"/>
                    <a:pt x="99993" y="17942"/>
                    <a:pt x="99552" y="18010"/>
                  </a:cubicBezTo>
                  <a:lnTo>
                    <a:pt x="96245" y="18524"/>
                  </a:lnTo>
                  <a:cubicBezTo>
                    <a:pt x="95882" y="18580"/>
                    <a:pt x="95518" y="18608"/>
                    <a:pt x="95157" y="18608"/>
                  </a:cubicBezTo>
                  <a:cubicBezTo>
                    <a:pt x="93361" y="18608"/>
                    <a:pt x="91623" y="17925"/>
                    <a:pt x="90312" y="16669"/>
                  </a:cubicBezTo>
                  <a:lnTo>
                    <a:pt x="76144" y="3161"/>
                  </a:lnTo>
                  <a:cubicBezTo>
                    <a:pt x="73917" y="1044"/>
                    <a:pt x="71073" y="1"/>
                    <a:pt x="68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1178175" y="3634000"/>
              <a:ext cx="195550" cy="192800"/>
            </a:xfrm>
            <a:custGeom>
              <a:avLst/>
              <a:gdLst/>
              <a:ahLst/>
              <a:cxnLst/>
              <a:rect l="l" t="t" r="r" b="b"/>
              <a:pathLst>
                <a:path w="3911" h="3856" extrusionOk="0">
                  <a:moveTo>
                    <a:pt x="3911" y="1"/>
                  </a:moveTo>
                  <a:lnTo>
                    <a:pt x="2011" y="236"/>
                  </a:lnTo>
                  <a:lnTo>
                    <a:pt x="0" y="2906"/>
                  </a:lnTo>
                  <a:lnTo>
                    <a:pt x="2067" y="3856"/>
                  </a:lnTo>
                  <a:lnTo>
                    <a:pt x="3911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1284325" y="3998800"/>
              <a:ext cx="142500" cy="151200"/>
            </a:xfrm>
            <a:custGeom>
              <a:avLst/>
              <a:gdLst/>
              <a:ahLst/>
              <a:cxnLst/>
              <a:rect l="l" t="t" r="r" b="b"/>
              <a:pathLst>
                <a:path w="2850" h="3024" extrusionOk="0">
                  <a:moveTo>
                    <a:pt x="1654" y="1"/>
                  </a:moveTo>
                  <a:lnTo>
                    <a:pt x="592" y="1062"/>
                  </a:lnTo>
                  <a:lnTo>
                    <a:pt x="0" y="2425"/>
                  </a:lnTo>
                  <a:cubicBezTo>
                    <a:pt x="0" y="2425"/>
                    <a:pt x="1108" y="3024"/>
                    <a:pt x="1844" y="3024"/>
                  </a:cubicBezTo>
                  <a:cubicBezTo>
                    <a:pt x="1974" y="3024"/>
                    <a:pt x="2092" y="3005"/>
                    <a:pt x="2190" y="2962"/>
                  </a:cubicBezTo>
                  <a:cubicBezTo>
                    <a:pt x="2849" y="2660"/>
                    <a:pt x="1654" y="1"/>
                    <a:pt x="1654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1503275" y="3595450"/>
              <a:ext cx="142550" cy="151450"/>
            </a:xfrm>
            <a:custGeom>
              <a:avLst/>
              <a:gdLst/>
              <a:ahLst/>
              <a:cxnLst/>
              <a:rect l="l" t="t" r="r" b="b"/>
              <a:pathLst>
                <a:path w="2851" h="3029" extrusionOk="0">
                  <a:moveTo>
                    <a:pt x="1666" y="1"/>
                  </a:moveTo>
                  <a:lnTo>
                    <a:pt x="604" y="1062"/>
                  </a:lnTo>
                  <a:lnTo>
                    <a:pt x="1" y="2437"/>
                  </a:lnTo>
                  <a:cubicBezTo>
                    <a:pt x="1" y="2437"/>
                    <a:pt x="1104" y="3028"/>
                    <a:pt x="1836" y="3028"/>
                  </a:cubicBezTo>
                  <a:cubicBezTo>
                    <a:pt x="1970" y="3028"/>
                    <a:pt x="2091" y="3008"/>
                    <a:pt x="2191" y="2962"/>
                  </a:cubicBezTo>
                  <a:cubicBezTo>
                    <a:pt x="2850" y="2671"/>
                    <a:pt x="1666" y="1"/>
                    <a:pt x="1666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2369225" y="4236250"/>
              <a:ext cx="142500" cy="151200"/>
            </a:xfrm>
            <a:custGeom>
              <a:avLst/>
              <a:gdLst/>
              <a:ahLst/>
              <a:cxnLst/>
              <a:rect l="l" t="t" r="r" b="b"/>
              <a:pathLst>
                <a:path w="2850" h="3024" extrusionOk="0">
                  <a:moveTo>
                    <a:pt x="1665" y="0"/>
                  </a:moveTo>
                  <a:lnTo>
                    <a:pt x="604" y="1062"/>
                  </a:lnTo>
                  <a:lnTo>
                    <a:pt x="0" y="2425"/>
                  </a:lnTo>
                  <a:cubicBezTo>
                    <a:pt x="0" y="2425"/>
                    <a:pt x="1116" y="3023"/>
                    <a:pt x="1848" y="3023"/>
                  </a:cubicBezTo>
                  <a:cubicBezTo>
                    <a:pt x="1976" y="3023"/>
                    <a:pt x="2093" y="3005"/>
                    <a:pt x="2190" y="2961"/>
                  </a:cubicBezTo>
                  <a:cubicBezTo>
                    <a:pt x="2849" y="2660"/>
                    <a:pt x="1665" y="0"/>
                    <a:pt x="1665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2563625" y="3868650"/>
              <a:ext cx="142500" cy="151200"/>
            </a:xfrm>
            <a:custGeom>
              <a:avLst/>
              <a:gdLst/>
              <a:ahLst/>
              <a:cxnLst/>
              <a:rect l="l" t="t" r="r" b="b"/>
              <a:pathLst>
                <a:path w="2850" h="3024" extrusionOk="0">
                  <a:moveTo>
                    <a:pt x="1665" y="1"/>
                  </a:moveTo>
                  <a:lnTo>
                    <a:pt x="604" y="1062"/>
                  </a:lnTo>
                  <a:lnTo>
                    <a:pt x="1" y="2436"/>
                  </a:lnTo>
                  <a:cubicBezTo>
                    <a:pt x="1" y="2436"/>
                    <a:pt x="1112" y="3024"/>
                    <a:pt x="1851" y="3024"/>
                  </a:cubicBezTo>
                  <a:cubicBezTo>
                    <a:pt x="1982" y="3024"/>
                    <a:pt x="2102" y="3005"/>
                    <a:pt x="2202" y="2961"/>
                  </a:cubicBezTo>
                  <a:cubicBezTo>
                    <a:pt x="2850" y="2671"/>
                    <a:pt x="1665" y="1"/>
                    <a:pt x="1665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1397175" y="3179300"/>
              <a:ext cx="379900" cy="258100"/>
            </a:xfrm>
            <a:custGeom>
              <a:avLst/>
              <a:gdLst/>
              <a:ahLst/>
              <a:cxnLst/>
              <a:rect l="l" t="t" r="r" b="b"/>
              <a:pathLst>
                <a:path w="7598" h="5162" extrusionOk="0">
                  <a:moveTo>
                    <a:pt x="3620" y="0"/>
                  </a:moveTo>
                  <a:lnTo>
                    <a:pt x="1609" y="2324"/>
                  </a:lnTo>
                  <a:lnTo>
                    <a:pt x="0" y="4458"/>
                  </a:lnTo>
                  <a:lnTo>
                    <a:pt x="2726" y="5162"/>
                  </a:lnTo>
                  <a:cubicBezTo>
                    <a:pt x="2726" y="5162"/>
                    <a:pt x="5810" y="4447"/>
                    <a:pt x="6704" y="4101"/>
                  </a:cubicBezTo>
                  <a:cubicBezTo>
                    <a:pt x="7598" y="3743"/>
                    <a:pt x="3620" y="0"/>
                    <a:pt x="3620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46"/>
            <p:cNvSpPr/>
            <p:nvPr/>
          </p:nvSpPr>
          <p:spPr>
            <a:xfrm>
              <a:off x="1844625" y="2809450"/>
              <a:ext cx="228550" cy="184400"/>
            </a:xfrm>
            <a:custGeom>
              <a:avLst/>
              <a:gdLst/>
              <a:ahLst/>
              <a:cxnLst/>
              <a:rect l="l" t="t" r="r" b="b"/>
              <a:pathLst>
                <a:path w="4571" h="3688" extrusionOk="0">
                  <a:moveTo>
                    <a:pt x="4570" y="1"/>
                  </a:moveTo>
                  <a:lnTo>
                    <a:pt x="4336" y="235"/>
                  </a:lnTo>
                  <a:lnTo>
                    <a:pt x="1" y="2615"/>
                  </a:lnTo>
                  <a:lnTo>
                    <a:pt x="537" y="3688"/>
                  </a:lnTo>
                  <a:lnTo>
                    <a:pt x="1006" y="3688"/>
                  </a:lnTo>
                  <a:cubicBezTo>
                    <a:pt x="1487" y="3688"/>
                    <a:pt x="2906" y="2794"/>
                    <a:pt x="3565" y="2313"/>
                  </a:cubicBezTo>
                  <a:cubicBezTo>
                    <a:pt x="4224" y="1844"/>
                    <a:pt x="4570" y="1"/>
                    <a:pt x="4570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46"/>
            <p:cNvSpPr/>
            <p:nvPr/>
          </p:nvSpPr>
          <p:spPr>
            <a:xfrm>
              <a:off x="2189325" y="2887100"/>
              <a:ext cx="180500" cy="85750"/>
            </a:xfrm>
            <a:custGeom>
              <a:avLst/>
              <a:gdLst/>
              <a:ahLst/>
              <a:cxnLst/>
              <a:rect l="l" t="t" r="r" b="b"/>
              <a:pathLst>
                <a:path w="3610" h="1715" extrusionOk="0">
                  <a:moveTo>
                    <a:pt x="1900" y="1"/>
                  </a:moveTo>
                  <a:lnTo>
                    <a:pt x="0" y="1241"/>
                  </a:lnTo>
                  <a:cubicBezTo>
                    <a:pt x="0" y="1241"/>
                    <a:pt x="917" y="1714"/>
                    <a:pt x="2119" y="1714"/>
                  </a:cubicBezTo>
                  <a:cubicBezTo>
                    <a:pt x="2183" y="1714"/>
                    <a:pt x="2248" y="1713"/>
                    <a:pt x="2313" y="1710"/>
                  </a:cubicBezTo>
                  <a:cubicBezTo>
                    <a:pt x="3609" y="1654"/>
                    <a:pt x="3084" y="704"/>
                    <a:pt x="3084" y="704"/>
                  </a:cubicBezTo>
                  <a:lnTo>
                    <a:pt x="1900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46"/>
            <p:cNvSpPr/>
            <p:nvPr/>
          </p:nvSpPr>
          <p:spPr>
            <a:xfrm>
              <a:off x="3068675" y="2715050"/>
              <a:ext cx="181050" cy="86300"/>
            </a:xfrm>
            <a:custGeom>
              <a:avLst/>
              <a:gdLst/>
              <a:ahLst/>
              <a:cxnLst/>
              <a:rect l="l" t="t" r="r" b="b"/>
              <a:pathLst>
                <a:path w="3621" h="1726" extrusionOk="0">
                  <a:moveTo>
                    <a:pt x="1899" y="0"/>
                  </a:moveTo>
                  <a:lnTo>
                    <a:pt x="0" y="1240"/>
                  </a:lnTo>
                  <a:cubicBezTo>
                    <a:pt x="0" y="1240"/>
                    <a:pt x="919" y="1725"/>
                    <a:pt x="2132" y="1725"/>
                  </a:cubicBezTo>
                  <a:cubicBezTo>
                    <a:pt x="2195" y="1725"/>
                    <a:pt x="2259" y="1724"/>
                    <a:pt x="2324" y="1721"/>
                  </a:cubicBezTo>
                  <a:cubicBezTo>
                    <a:pt x="3620" y="1665"/>
                    <a:pt x="3084" y="715"/>
                    <a:pt x="3084" y="715"/>
                  </a:cubicBezTo>
                  <a:lnTo>
                    <a:pt x="189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1863075" y="3123400"/>
              <a:ext cx="100600" cy="104550"/>
            </a:xfrm>
            <a:custGeom>
              <a:avLst/>
              <a:gdLst/>
              <a:ahLst/>
              <a:cxnLst/>
              <a:rect l="l" t="t" r="r" b="b"/>
              <a:pathLst>
                <a:path w="2012" h="2091" extrusionOk="0">
                  <a:moveTo>
                    <a:pt x="1531" y="1"/>
                  </a:moveTo>
                  <a:lnTo>
                    <a:pt x="0" y="1140"/>
                  </a:lnTo>
                  <a:lnTo>
                    <a:pt x="950" y="2090"/>
                  </a:lnTo>
                  <a:lnTo>
                    <a:pt x="1665" y="2090"/>
                  </a:lnTo>
                  <a:lnTo>
                    <a:pt x="2012" y="895"/>
                  </a:lnTo>
                  <a:lnTo>
                    <a:pt x="1531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3328975" y="2664200"/>
              <a:ext cx="243050" cy="136350"/>
            </a:xfrm>
            <a:custGeom>
              <a:avLst/>
              <a:gdLst/>
              <a:ahLst/>
              <a:cxnLst/>
              <a:rect l="l" t="t" r="r" b="b"/>
              <a:pathLst>
                <a:path w="4861" h="2727" extrusionOk="0">
                  <a:moveTo>
                    <a:pt x="895" y="1"/>
                  </a:moveTo>
                  <a:lnTo>
                    <a:pt x="1" y="414"/>
                  </a:lnTo>
                  <a:lnTo>
                    <a:pt x="302" y="2369"/>
                  </a:lnTo>
                  <a:lnTo>
                    <a:pt x="2436" y="2727"/>
                  </a:lnTo>
                  <a:lnTo>
                    <a:pt x="4101" y="2190"/>
                  </a:lnTo>
                  <a:lnTo>
                    <a:pt x="4861" y="95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3459725" y="3346300"/>
              <a:ext cx="243050" cy="136400"/>
            </a:xfrm>
            <a:custGeom>
              <a:avLst/>
              <a:gdLst/>
              <a:ahLst/>
              <a:cxnLst/>
              <a:rect l="l" t="t" r="r" b="b"/>
              <a:pathLst>
                <a:path w="4861" h="2728" extrusionOk="0">
                  <a:moveTo>
                    <a:pt x="894" y="1"/>
                  </a:moveTo>
                  <a:lnTo>
                    <a:pt x="0" y="403"/>
                  </a:lnTo>
                  <a:lnTo>
                    <a:pt x="291" y="2381"/>
                  </a:lnTo>
                  <a:lnTo>
                    <a:pt x="2436" y="2727"/>
                  </a:lnTo>
                  <a:lnTo>
                    <a:pt x="4089" y="2191"/>
                  </a:lnTo>
                  <a:lnTo>
                    <a:pt x="4860" y="951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3359175" y="3025650"/>
              <a:ext cx="243050" cy="136350"/>
            </a:xfrm>
            <a:custGeom>
              <a:avLst/>
              <a:gdLst/>
              <a:ahLst/>
              <a:cxnLst/>
              <a:rect l="l" t="t" r="r" b="b"/>
              <a:pathLst>
                <a:path w="4861" h="2727" extrusionOk="0">
                  <a:moveTo>
                    <a:pt x="883" y="0"/>
                  </a:moveTo>
                  <a:lnTo>
                    <a:pt x="0" y="425"/>
                  </a:lnTo>
                  <a:lnTo>
                    <a:pt x="291" y="2380"/>
                  </a:lnTo>
                  <a:lnTo>
                    <a:pt x="2436" y="2727"/>
                  </a:lnTo>
                  <a:lnTo>
                    <a:pt x="4089" y="2202"/>
                  </a:lnTo>
                  <a:lnTo>
                    <a:pt x="4860" y="95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3856925" y="3221200"/>
              <a:ext cx="243050" cy="136900"/>
            </a:xfrm>
            <a:custGeom>
              <a:avLst/>
              <a:gdLst/>
              <a:ahLst/>
              <a:cxnLst/>
              <a:rect l="l" t="t" r="r" b="b"/>
              <a:pathLst>
                <a:path w="4861" h="2738" extrusionOk="0">
                  <a:moveTo>
                    <a:pt x="894" y="0"/>
                  </a:moveTo>
                  <a:lnTo>
                    <a:pt x="0" y="425"/>
                  </a:lnTo>
                  <a:lnTo>
                    <a:pt x="302" y="2380"/>
                  </a:lnTo>
                  <a:lnTo>
                    <a:pt x="2436" y="2737"/>
                  </a:lnTo>
                  <a:lnTo>
                    <a:pt x="4101" y="2212"/>
                  </a:lnTo>
                  <a:lnTo>
                    <a:pt x="4860" y="950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5102125" y="3097150"/>
              <a:ext cx="243650" cy="136350"/>
            </a:xfrm>
            <a:custGeom>
              <a:avLst/>
              <a:gdLst/>
              <a:ahLst/>
              <a:cxnLst/>
              <a:rect l="l" t="t" r="r" b="b"/>
              <a:pathLst>
                <a:path w="4873" h="2727" extrusionOk="0">
                  <a:moveTo>
                    <a:pt x="895" y="1"/>
                  </a:moveTo>
                  <a:lnTo>
                    <a:pt x="1" y="414"/>
                  </a:lnTo>
                  <a:lnTo>
                    <a:pt x="314" y="2369"/>
                  </a:lnTo>
                  <a:lnTo>
                    <a:pt x="2448" y="2727"/>
                  </a:lnTo>
                  <a:lnTo>
                    <a:pt x="4090" y="2191"/>
                  </a:lnTo>
                  <a:lnTo>
                    <a:pt x="4872" y="95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4527275" y="3067550"/>
              <a:ext cx="243100" cy="136350"/>
            </a:xfrm>
            <a:custGeom>
              <a:avLst/>
              <a:gdLst/>
              <a:ahLst/>
              <a:cxnLst/>
              <a:rect l="l" t="t" r="r" b="b"/>
              <a:pathLst>
                <a:path w="4862" h="2727" extrusionOk="0">
                  <a:moveTo>
                    <a:pt x="883" y="0"/>
                  </a:moveTo>
                  <a:lnTo>
                    <a:pt x="1" y="414"/>
                  </a:lnTo>
                  <a:lnTo>
                    <a:pt x="302" y="2369"/>
                  </a:lnTo>
                  <a:lnTo>
                    <a:pt x="2437" y="2727"/>
                  </a:lnTo>
                  <a:lnTo>
                    <a:pt x="4101" y="2202"/>
                  </a:lnTo>
                  <a:lnTo>
                    <a:pt x="4861" y="95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3892675" y="3660850"/>
              <a:ext cx="243050" cy="135800"/>
            </a:xfrm>
            <a:custGeom>
              <a:avLst/>
              <a:gdLst/>
              <a:ahLst/>
              <a:cxnLst/>
              <a:rect l="l" t="t" r="r" b="b"/>
              <a:pathLst>
                <a:path w="4861" h="2716" extrusionOk="0">
                  <a:moveTo>
                    <a:pt x="894" y="0"/>
                  </a:moveTo>
                  <a:lnTo>
                    <a:pt x="0" y="414"/>
                  </a:lnTo>
                  <a:lnTo>
                    <a:pt x="291" y="2369"/>
                  </a:lnTo>
                  <a:lnTo>
                    <a:pt x="2436" y="2715"/>
                  </a:lnTo>
                  <a:lnTo>
                    <a:pt x="4090" y="2190"/>
                  </a:lnTo>
                  <a:lnTo>
                    <a:pt x="4861" y="939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6"/>
            <p:cNvSpPr/>
            <p:nvPr/>
          </p:nvSpPr>
          <p:spPr>
            <a:xfrm>
              <a:off x="3945725" y="4223950"/>
              <a:ext cx="243650" cy="136350"/>
            </a:xfrm>
            <a:custGeom>
              <a:avLst/>
              <a:gdLst/>
              <a:ahLst/>
              <a:cxnLst/>
              <a:rect l="l" t="t" r="r" b="b"/>
              <a:pathLst>
                <a:path w="4873" h="2727" extrusionOk="0">
                  <a:moveTo>
                    <a:pt x="895" y="1"/>
                  </a:moveTo>
                  <a:lnTo>
                    <a:pt x="1" y="414"/>
                  </a:lnTo>
                  <a:lnTo>
                    <a:pt x="314" y="2380"/>
                  </a:lnTo>
                  <a:lnTo>
                    <a:pt x="2436" y="2727"/>
                  </a:lnTo>
                  <a:lnTo>
                    <a:pt x="4090" y="2202"/>
                  </a:lnTo>
                  <a:lnTo>
                    <a:pt x="4872" y="95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6"/>
            <p:cNvSpPr/>
            <p:nvPr/>
          </p:nvSpPr>
          <p:spPr>
            <a:xfrm>
              <a:off x="4740675" y="4153000"/>
              <a:ext cx="243650" cy="136350"/>
            </a:xfrm>
            <a:custGeom>
              <a:avLst/>
              <a:gdLst/>
              <a:ahLst/>
              <a:cxnLst/>
              <a:rect l="l" t="t" r="r" b="b"/>
              <a:pathLst>
                <a:path w="4873" h="2727" extrusionOk="0">
                  <a:moveTo>
                    <a:pt x="895" y="1"/>
                  </a:moveTo>
                  <a:lnTo>
                    <a:pt x="1" y="403"/>
                  </a:lnTo>
                  <a:lnTo>
                    <a:pt x="303" y="2369"/>
                  </a:lnTo>
                  <a:lnTo>
                    <a:pt x="2437" y="2727"/>
                  </a:lnTo>
                  <a:lnTo>
                    <a:pt x="4090" y="2191"/>
                  </a:lnTo>
                  <a:lnTo>
                    <a:pt x="4872" y="95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6"/>
            <p:cNvSpPr/>
            <p:nvPr/>
          </p:nvSpPr>
          <p:spPr>
            <a:xfrm>
              <a:off x="3483725" y="3862500"/>
              <a:ext cx="242500" cy="136350"/>
            </a:xfrm>
            <a:custGeom>
              <a:avLst/>
              <a:gdLst/>
              <a:ahLst/>
              <a:cxnLst/>
              <a:rect l="l" t="t" r="r" b="b"/>
              <a:pathLst>
                <a:path w="4850" h="2727" extrusionOk="0">
                  <a:moveTo>
                    <a:pt x="894" y="1"/>
                  </a:moveTo>
                  <a:lnTo>
                    <a:pt x="1" y="403"/>
                  </a:lnTo>
                  <a:lnTo>
                    <a:pt x="291" y="2358"/>
                  </a:lnTo>
                  <a:lnTo>
                    <a:pt x="2425" y="2727"/>
                  </a:lnTo>
                  <a:lnTo>
                    <a:pt x="4090" y="2191"/>
                  </a:lnTo>
                  <a:lnTo>
                    <a:pt x="4850" y="950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3474775" y="2278750"/>
              <a:ext cx="202300" cy="196100"/>
            </a:xfrm>
            <a:custGeom>
              <a:avLst/>
              <a:gdLst/>
              <a:ahLst/>
              <a:cxnLst/>
              <a:rect l="l" t="t" r="r" b="b"/>
              <a:pathLst>
                <a:path w="4046" h="3922" extrusionOk="0">
                  <a:moveTo>
                    <a:pt x="2973" y="0"/>
                  </a:moveTo>
                  <a:lnTo>
                    <a:pt x="828" y="1419"/>
                  </a:lnTo>
                  <a:lnTo>
                    <a:pt x="1" y="3922"/>
                  </a:lnTo>
                  <a:cubicBezTo>
                    <a:pt x="1" y="3922"/>
                    <a:pt x="3096" y="3866"/>
                    <a:pt x="3565" y="3687"/>
                  </a:cubicBezTo>
                  <a:cubicBezTo>
                    <a:pt x="4045" y="3508"/>
                    <a:pt x="3386" y="2793"/>
                    <a:pt x="3386" y="2793"/>
                  </a:cubicBezTo>
                  <a:lnTo>
                    <a:pt x="297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4289875" y="2661300"/>
              <a:ext cx="153650" cy="171950"/>
            </a:xfrm>
            <a:custGeom>
              <a:avLst/>
              <a:gdLst/>
              <a:ahLst/>
              <a:cxnLst/>
              <a:rect l="l" t="t" r="r" b="b"/>
              <a:pathLst>
                <a:path w="3073" h="3439" extrusionOk="0">
                  <a:moveTo>
                    <a:pt x="1048" y="0"/>
                  </a:moveTo>
                  <a:cubicBezTo>
                    <a:pt x="852" y="0"/>
                    <a:pt x="0" y="1299"/>
                    <a:pt x="0" y="1299"/>
                  </a:cubicBezTo>
                  <a:cubicBezTo>
                    <a:pt x="0" y="1299"/>
                    <a:pt x="190" y="2673"/>
                    <a:pt x="771" y="2908"/>
                  </a:cubicBezTo>
                  <a:cubicBezTo>
                    <a:pt x="1331" y="3125"/>
                    <a:pt x="1717" y="3439"/>
                    <a:pt x="2296" y="3439"/>
                  </a:cubicBezTo>
                  <a:cubicBezTo>
                    <a:pt x="2341" y="3439"/>
                    <a:pt x="2388" y="3437"/>
                    <a:pt x="2436" y="3433"/>
                  </a:cubicBezTo>
                  <a:cubicBezTo>
                    <a:pt x="3073" y="3377"/>
                    <a:pt x="2492" y="1723"/>
                    <a:pt x="2492" y="1723"/>
                  </a:cubicBezTo>
                  <a:cubicBezTo>
                    <a:pt x="2492" y="1723"/>
                    <a:pt x="1252" y="59"/>
                    <a:pt x="1062" y="3"/>
                  </a:cubicBezTo>
                  <a:cubicBezTo>
                    <a:pt x="1058" y="1"/>
                    <a:pt x="1053" y="0"/>
                    <a:pt x="1048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46"/>
            <p:cNvSpPr/>
            <p:nvPr/>
          </p:nvSpPr>
          <p:spPr>
            <a:xfrm>
              <a:off x="4028975" y="2916050"/>
              <a:ext cx="153700" cy="172500"/>
            </a:xfrm>
            <a:custGeom>
              <a:avLst/>
              <a:gdLst/>
              <a:ahLst/>
              <a:cxnLst/>
              <a:rect l="l" t="t" r="r" b="b"/>
              <a:pathLst>
                <a:path w="3074" h="3450" extrusionOk="0">
                  <a:moveTo>
                    <a:pt x="1049" y="0"/>
                  </a:moveTo>
                  <a:cubicBezTo>
                    <a:pt x="852" y="0"/>
                    <a:pt x="0" y="1299"/>
                    <a:pt x="0" y="1299"/>
                  </a:cubicBezTo>
                  <a:cubicBezTo>
                    <a:pt x="0" y="1299"/>
                    <a:pt x="179" y="2673"/>
                    <a:pt x="771" y="2908"/>
                  </a:cubicBezTo>
                  <a:cubicBezTo>
                    <a:pt x="1322" y="3126"/>
                    <a:pt x="1718" y="3450"/>
                    <a:pt x="2291" y="3450"/>
                  </a:cubicBezTo>
                  <a:cubicBezTo>
                    <a:pt x="2334" y="3450"/>
                    <a:pt x="2379" y="3448"/>
                    <a:pt x="2425" y="3444"/>
                  </a:cubicBezTo>
                  <a:cubicBezTo>
                    <a:pt x="3073" y="3388"/>
                    <a:pt x="2481" y="1723"/>
                    <a:pt x="2481" y="1723"/>
                  </a:cubicBezTo>
                  <a:cubicBezTo>
                    <a:pt x="2481" y="1723"/>
                    <a:pt x="1241" y="58"/>
                    <a:pt x="1062" y="3"/>
                  </a:cubicBezTo>
                  <a:cubicBezTo>
                    <a:pt x="1058" y="1"/>
                    <a:pt x="1053" y="0"/>
                    <a:pt x="1049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46"/>
            <p:cNvSpPr/>
            <p:nvPr/>
          </p:nvSpPr>
          <p:spPr>
            <a:xfrm>
              <a:off x="4859125" y="3248450"/>
              <a:ext cx="153700" cy="172500"/>
            </a:xfrm>
            <a:custGeom>
              <a:avLst/>
              <a:gdLst/>
              <a:ahLst/>
              <a:cxnLst/>
              <a:rect l="l" t="t" r="r" b="b"/>
              <a:pathLst>
                <a:path w="3074" h="3450" extrusionOk="0">
                  <a:moveTo>
                    <a:pt x="1049" y="0"/>
                  </a:moveTo>
                  <a:cubicBezTo>
                    <a:pt x="852" y="0"/>
                    <a:pt x="1" y="1299"/>
                    <a:pt x="1" y="1299"/>
                  </a:cubicBezTo>
                  <a:cubicBezTo>
                    <a:pt x="1" y="1299"/>
                    <a:pt x="179" y="2673"/>
                    <a:pt x="772" y="2908"/>
                  </a:cubicBezTo>
                  <a:cubicBezTo>
                    <a:pt x="1332" y="3126"/>
                    <a:pt x="1719" y="3450"/>
                    <a:pt x="2300" y="3450"/>
                  </a:cubicBezTo>
                  <a:cubicBezTo>
                    <a:pt x="2344" y="3450"/>
                    <a:pt x="2390" y="3448"/>
                    <a:pt x="2436" y="3444"/>
                  </a:cubicBezTo>
                  <a:cubicBezTo>
                    <a:pt x="3073" y="3388"/>
                    <a:pt x="2492" y="1723"/>
                    <a:pt x="2492" y="1723"/>
                  </a:cubicBezTo>
                  <a:cubicBezTo>
                    <a:pt x="2492" y="1723"/>
                    <a:pt x="1241" y="58"/>
                    <a:pt x="1062" y="3"/>
                  </a:cubicBezTo>
                  <a:cubicBezTo>
                    <a:pt x="1058" y="1"/>
                    <a:pt x="1054" y="0"/>
                    <a:pt x="1049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46"/>
            <p:cNvSpPr/>
            <p:nvPr/>
          </p:nvSpPr>
          <p:spPr>
            <a:xfrm>
              <a:off x="2510575" y="3479850"/>
              <a:ext cx="148100" cy="175450"/>
            </a:xfrm>
            <a:custGeom>
              <a:avLst/>
              <a:gdLst/>
              <a:ahLst/>
              <a:cxnLst/>
              <a:rect l="l" t="t" r="r" b="b"/>
              <a:pathLst>
                <a:path w="2962" h="3509" extrusionOk="0">
                  <a:moveTo>
                    <a:pt x="1486" y="0"/>
                  </a:moveTo>
                  <a:lnTo>
                    <a:pt x="481" y="1475"/>
                  </a:lnTo>
                  <a:cubicBezTo>
                    <a:pt x="481" y="1475"/>
                    <a:pt x="0" y="3486"/>
                    <a:pt x="190" y="3508"/>
                  </a:cubicBezTo>
                  <a:cubicBezTo>
                    <a:pt x="369" y="3508"/>
                    <a:pt x="1430" y="3028"/>
                    <a:pt x="1665" y="2849"/>
                  </a:cubicBezTo>
                  <a:cubicBezTo>
                    <a:pt x="1900" y="2659"/>
                    <a:pt x="2961" y="1240"/>
                    <a:pt x="2961" y="1240"/>
                  </a:cubicBezTo>
                  <a:lnTo>
                    <a:pt x="1486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46"/>
            <p:cNvSpPr/>
            <p:nvPr/>
          </p:nvSpPr>
          <p:spPr>
            <a:xfrm>
              <a:off x="3118925" y="3455800"/>
              <a:ext cx="148100" cy="175500"/>
            </a:xfrm>
            <a:custGeom>
              <a:avLst/>
              <a:gdLst/>
              <a:ahLst/>
              <a:cxnLst/>
              <a:rect l="l" t="t" r="r" b="b"/>
              <a:pathLst>
                <a:path w="2962" h="3510" extrusionOk="0">
                  <a:moveTo>
                    <a:pt x="1487" y="1"/>
                  </a:moveTo>
                  <a:lnTo>
                    <a:pt x="481" y="1487"/>
                  </a:lnTo>
                  <a:cubicBezTo>
                    <a:pt x="481" y="1487"/>
                    <a:pt x="1" y="3509"/>
                    <a:pt x="179" y="3509"/>
                  </a:cubicBezTo>
                  <a:cubicBezTo>
                    <a:pt x="369" y="3509"/>
                    <a:pt x="1431" y="3029"/>
                    <a:pt x="1665" y="2850"/>
                  </a:cubicBezTo>
                  <a:cubicBezTo>
                    <a:pt x="1900" y="2671"/>
                    <a:pt x="2961" y="1252"/>
                    <a:pt x="2961" y="1252"/>
                  </a:cubicBezTo>
                  <a:lnTo>
                    <a:pt x="148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46"/>
            <p:cNvSpPr/>
            <p:nvPr/>
          </p:nvSpPr>
          <p:spPr>
            <a:xfrm>
              <a:off x="3694325" y="3645750"/>
              <a:ext cx="148100" cy="175450"/>
            </a:xfrm>
            <a:custGeom>
              <a:avLst/>
              <a:gdLst/>
              <a:ahLst/>
              <a:cxnLst/>
              <a:rect l="l" t="t" r="r" b="b"/>
              <a:pathLst>
                <a:path w="2962" h="3509" extrusionOk="0">
                  <a:moveTo>
                    <a:pt x="1487" y="1"/>
                  </a:moveTo>
                  <a:lnTo>
                    <a:pt x="481" y="1487"/>
                  </a:lnTo>
                  <a:cubicBezTo>
                    <a:pt x="481" y="1487"/>
                    <a:pt x="1" y="3498"/>
                    <a:pt x="180" y="3509"/>
                  </a:cubicBezTo>
                  <a:cubicBezTo>
                    <a:pt x="370" y="3509"/>
                    <a:pt x="1431" y="3028"/>
                    <a:pt x="1666" y="2850"/>
                  </a:cubicBezTo>
                  <a:cubicBezTo>
                    <a:pt x="1900" y="2671"/>
                    <a:pt x="2962" y="1241"/>
                    <a:pt x="2962" y="1241"/>
                  </a:cubicBezTo>
                  <a:lnTo>
                    <a:pt x="148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46"/>
            <p:cNvSpPr/>
            <p:nvPr/>
          </p:nvSpPr>
          <p:spPr>
            <a:xfrm>
              <a:off x="3955775" y="3960250"/>
              <a:ext cx="148100" cy="175500"/>
            </a:xfrm>
            <a:custGeom>
              <a:avLst/>
              <a:gdLst/>
              <a:ahLst/>
              <a:cxnLst/>
              <a:rect l="l" t="t" r="r" b="b"/>
              <a:pathLst>
                <a:path w="2962" h="3510" extrusionOk="0">
                  <a:moveTo>
                    <a:pt x="1476" y="1"/>
                  </a:moveTo>
                  <a:lnTo>
                    <a:pt x="470" y="1476"/>
                  </a:lnTo>
                  <a:cubicBezTo>
                    <a:pt x="470" y="1476"/>
                    <a:pt x="1" y="3509"/>
                    <a:pt x="180" y="3509"/>
                  </a:cubicBezTo>
                  <a:cubicBezTo>
                    <a:pt x="358" y="3509"/>
                    <a:pt x="1420" y="3029"/>
                    <a:pt x="1654" y="2850"/>
                  </a:cubicBezTo>
                  <a:cubicBezTo>
                    <a:pt x="1900" y="2671"/>
                    <a:pt x="2962" y="1241"/>
                    <a:pt x="2962" y="1241"/>
                  </a:cubicBezTo>
                  <a:lnTo>
                    <a:pt x="1476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46"/>
            <p:cNvSpPr/>
            <p:nvPr/>
          </p:nvSpPr>
          <p:spPr>
            <a:xfrm>
              <a:off x="4477025" y="3883200"/>
              <a:ext cx="148100" cy="175450"/>
            </a:xfrm>
            <a:custGeom>
              <a:avLst/>
              <a:gdLst/>
              <a:ahLst/>
              <a:cxnLst/>
              <a:rect l="l" t="t" r="r" b="b"/>
              <a:pathLst>
                <a:path w="2962" h="3509" extrusionOk="0">
                  <a:moveTo>
                    <a:pt x="1486" y="0"/>
                  </a:moveTo>
                  <a:lnTo>
                    <a:pt x="481" y="1486"/>
                  </a:lnTo>
                  <a:cubicBezTo>
                    <a:pt x="481" y="1486"/>
                    <a:pt x="0" y="3508"/>
                    <a:pt x="190" y="3508"/>
                  </a:cubicBezTo>
                  <a:cubicBezTo>
                    <a:pt x="369" y="3508"/>
                    <a:pt x="1430" y="3028"/>
                    <a:pt x="1665" y="2849"/>
                  </a:cubicBezTo>
                  <a:cubicBezTo>
                    <a:pt x="1900" y="2670"/>
                    <a:pt x="2961" y="1240"/>
                    <a:pt x="2961" y="1240"/>
                  </a:cubicBezTo>
                  <a:lnTo>
                    <a:pt x="1486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4417775" y="3349100"/>
              <a:ext cx="148100" cy="175450"/>
            </a:xfrm>
            <a:custGeom>
              <a:avLst/>
              <a:gdLst/>
              <a:ahLst/>
              <a:cxnLst/>
              <a:rect l="l" t="t" r="r" b="b"/>
              <a:pathLst>
                <a:path w="2962" h="3509" extrusionOk="0">
                  <a:moveTo>
                    <a:pt x="1487" y="1"/>
                  </a:moveTo>
                  <a:lnTo>
                    <a:pt x="481" y="1487"/>
                  </a:lnTo>
                  <a:cubicBezTo>
                    <a:pt x="481" y="1487"/>
                    <a:pt x="1" y="3509"/>
                    <a:pt x="180" y="3509"/>
                  </a:cubicBezTo>
                  <a:cubicBezTo>
                    <a:pt x="370" y="3509"/>
                    <a:pt x="1431" y="3029"/>
                    <a:pt x="1666" y="2850"/>
                  </a:cubicBezTo>
                  <a:cubicBezTo>
                    <a:pt x="1900" y="2671"/>
                    <a:pt x="2962" y="1241"/>
                    <a:pt x="2962" y="1241"/>
                  </a:cubicBezTo>
                  <a:lnTo>
                    <a:pt x="148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46"/>
            <p:cNvSpPr/>
            <p:nvPr/>
          </p:nvSpPr>
          <p:spPr>
            <a:xfrm>
              <a:off x="5052425" y="3669750"/>
              <a:ext cx="148100" cy="175500"/>
            </a:xfrm>
            <a:custGeom>
              <a:avLst/>
              <a:gdLst/>
              <a:ahLst/>
              <a:cxnLst/>
              <a:rect l="l" t="t" r="r" b="b"/>
              <a:pathLst>
                <a:path w="2962" h="3510" extrusionOk="0">
                  <a:moveTo>
                    <a:pt x="1486" y="1"/>
                  </a:moveTo>
                  <a:lnTo>
                    <a:pt x="481" y="1476"/>
                  </a:lnTo>
                  <a:cubicBezTo>
                    <a:pt x="481" y="1476"/>
                    <a:pt x="0" y="3487"/>
                    <a:pt x="190" y="3509"/>
                  </a:cubicBezTo>
                  <a:cubicBezTo>
                    <a:pt x="369" y="3509"/>
                    <a:pt x="1431" y="3029"/>
                    <a:pt x="1665" y="2850"/>
                  </a:cubicBezTo>
                  <a:cubicBezTo>
                    <a:pt x="1900" y="2671"/>
                    <a:pt x="2961" y="1241"/>
                    <a:pt x="2961" y="1241"/>
                  </a:cubicBezTo>
                  <a:lnTo>
                    <a:pt x="1486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46"/>
            <p:cNvSpPr/>
            <p:nvPr/>
          </p:nvSpPr>
          <p:spPr>
            <a:xfrm>
              <a:off x="5408275" y="3236800"/>
              <a:ext cx="148100" cy="174950"/>
            </a:xfrm>
            <a:custGeom>
              <a:avLst/>
              <a:gdLst/>
              <a:ahLst/>
              <a:cxnLst/>
              <a:rect l="l" t="t" r="r" b="b"/>
              <a:pathLst>
                <a:path w="2962" h="3499" extrusionOk="0">
                  <a:moveTo>
                    <a:pt x="1476" y="1"/>
                  </a:moveTo>
                  <a:lnTo>
                    <a:pt x="470" y="1476"/>
                  </a:lnTo>
                  <a:cubicBezTo>
                    <a:pt x="470" y="1476"/>
                    <a:pt x="1" y="3487"/>
                    <a:pt x="179" y="3498"/>
                  </a:cubicBezTo>
                  <a:cubicBezTo>
                    <a:pt x="358" y="3498"/>
                    <a:pt x="1420" y="3029"/>
                    <a:pt x="1654" y="2850"/>
                  </a:cubicBezTo>
                  <a:cubicBezTo>
                    <a:pt x="1900" y="2660"/>
                    <a:pt x="2962" y="1241"/>
                    <a:pt x="2962" y="1241"/>
                  </a:cubicBezTo>
                  <a:lnTo>
                    <a:pt x="1476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2866425" y="3058600"/>
              <a:ext cx="246400" cy="162650"/>
            </a:xfrm>
            <a:custGeom>
              <a:avLst/>
              <a:gdLst/>
              <a:ahLst/>
              <a:cxnLst/>
              <a:rect l="l" t="t" r="r" b="b"/>
              <a:pathLst>
                <a:path w="4928" h="3253" extrusionOk="0">
                  <a:moveTo>
                    <a:pt x="894" y="1"/>
                  </a:moveTo>
                  <a:lnTo>
                    <a:pt x="0" y="772"/>
                  </a:lnTo>
                  <a:lnTo>
                    <a:pt x="1006" y="2727"/>
                  </a:lnTo>
                  <a:lnTo>
                    <a:pt x="4034" y="3252"/>
                  </a:lnTo>
                  <a:cubicBezTo>
                    <a:pt x="4034" y="3252"/>
                    <a:pt x="4928" y="2302"/>
                    <a:pt x="4805" y="2124"/>
                  </a:cubicBezTo>
                  <a:cubicBezTo>
                    <a:pt x="4671" y="1945"/>
                    <a:pt x="3498" y="760"/>
                    <a:pt x="3498" y="760"/>
                  </a:cubicBezTo>
                  <a:lnTo>
                    <a:pt x="894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46"/>
            <p:cNvSpPr/>
            <p:nvPr/>
          </p:nvSpPr>
          <p:spPr>
            <a:xfrm>
              <a:off x="2925625" y="3693250"/>
              <a:ext cx="246450" cy="163150"/>
            </a:xfrm>
            <a:custGeom>
              <a:avLst/>
              <a:gdLst/>
              <a:ahLst/>
              <a:cxnLst/>
              <a:rect l="l" t="t" r="r" b="b"/>
              <a:pathLst>
                <a:path w="4929" h="3263" extrusionOk="0">
                  <a:moveTo>
                    <a:pt x="895" y="0"/>
                  </a:moveTo>
                  <a:lnTo>
                    <a:pt x="1" y="771"/>
                  </a:lnTo>
                  <a:lnTo>
                    <a:pt x="1006" y="2726"/>
                  </a:lnTo>
                  <a:lnTo>
                    <a:pt x="4034" y="3263"/>
                  </a:lnTo>
                  <a:cubicBezTo>
                    <a:pt x="4034" y="3263"/>
                    <a:pt x="4928" y="2313"/>
                    <a:pt x="4805" y="2123"/>
                  </a:cubicBezTo>
                  <a:cubicBezTo>
                    <a:pt x="4693" y="1944"/>
                    <a:pt x="3509" y="760"/>
                    <a:pt x="3509" y="760"/>
                  </a:cubicBezTo>
                  <a:lnTo>
                    <a:pt x="895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46"/>
            <p:cNvSpPr/>
            <p:nvPr/>
          </p:nvSpPr>
          <p:spPr>
            <a:xfrm>
              <a:off x="3388775" y="4108300"/>
              <a:ext cx="246400" cy="162650"/>
            </a:xfrm>
            <a:custGeom>
              <a:avLst/>
              <a:gdLst/>
              <a:ahLst/>
              <a:cxnLst/>
              <a:rect l="l" t="t" r="r" b="b"/>
              <a:pathLst>
                <a:path w="4928" h="3253" extrusionOk="0">
                  <a:moveTo>
                    <a:pt x="883" y="1"/>
                  </a:moveTo>
                  <a:lnTo>
                    <a:pt x="0" y="772"/>
                  </a:lnTo>
                  <a:lnTo>
                    <a:pt x="1006" y="2727"/>
                  </a:lnTo>
                  <a:lnTo>
                    <a:pt x="4034" y="3252"/>
                  </a:lnTo>
                  <a:cubicBezTo>
                    <a:pt x="4034" y="3252"/>
                    <a:pt x="4927" y="2302"/>
                    <a:pt x="4805" y="2124"/>
                  </a:cubicBezTo>
                  <a:cubicBezTo>
                    <a:pt x="4671" y="1934"/>
                    <a:pt x="3497" y="749"/>
                    <a:pt x="3497" y="749"/>
                  </a:cubicBezTo>
                  <a:lnTo>
                    <a:pt x="883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46"/>
            <p:cNvSpPr/>
            <p:nvPr/>
          </p:nvSpPr>
          <p:spPr>
            <a:xfrm>
              <a:off x="2161925" y="3322750"/>
              <a:ext cx="231350" cy="106850"/>
            </a:xfrm>
            <a:custGeom>
              <a:avLst/>
              <a:gdLst/>
              <a:ahLst/>
              <a:cxnLst/>
              <a:rect l="l" t="t" r="r" b="b"/>
              <a:pathLst>
                <a:path w="4627" h="2137" extrusionOk="0">
                  <a:moveTo>
                    <a:pt x="1553" y="1"/>
                  </a:moveTo>
                  <a:cubicBezTo>
                    <a:pt x="1544" y="1"/>
                    <a:pt x="1537" y="1"/>
                    <a:pt x="1532" y="3"/>
                  </a:cubicBezTo>
                  <a:cubicBezTo>
                    <a:pt x="1297" y="47"/>
                    <a:pt x="1" y="762"/>
                    <a:pt x="1" y="762"/>
                  </a:cubicBezTo>
                  <a:lnTo>
                    <a:pt x="113" y="1589"/>
                  </a:lnTo>
                  <a:lnTo>
                    <a:pt x="1900" y="2137"/>
                  </a:lnTo>
                  <a:lnTo>
                    <a:pt x="4627" y="1131"/>
                  </a:lnTo>
                  <a:cubicBezTo>
                    <a:pt x="4627" y="1131"/>
                    <a:pt x="1907" y="1"/>
                    <a:pt x="1553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46"/>
            <p:cNvSpPr/>
            <p:nvPr/>
          </p:nvSpPr>
          <p:spPr>
            <a:xfrm>
              <a:off x="5283125" y="3954150"/>
              <a:ext cx="221850" cy="223750"/>
            </a:xfrm>
            <a:custGeom>
              <a:avLst/>
              <a:gdLst/>
              <a:ahLst/>
              <a:cxnLst/>
              <a:rect l="l" t="t" r="r" b="b"/>
              <a:pathLst>
                <a:path w="4437" h="4475" extrusionOk="0">
                  <a:moveTo>
                    <a:pt x="3141" y="0"/>
                  </a:moveTo>
                  <a:lnTo>
                    <a:pt x="1666" y="1129"/>
                  </a:lnTo>
                  <a:lnTo>
                    <a:pt x="1" y="2950"/>
                  </a:lnTo>
                  <a:lnTo>
                    <a:pt x="180" y="3374"/>
                  </a:lnTo>
                  <a:cubicBezTo>
                    <a:pt x="180" y="3374"/>
                    <a:pt x="772" y="3966"/>
                    <a:pt x="2191" y="4380"/>
                  </a:cubicBezTo>
                  <a:cubicBezTo>
                    <a:pt x="2415" y="4447"/>
                    <a:pt x="2625" y="4475"/>
                    <a:pt x="2818" y="4475"/>
                  </a:cubicBezTo>
                  <a:cubicBezTo>
                    <a:pt x="3857" y="4475"/>
                    <a:pt x="4437" y="3665"/>
                    <a:pt x="4437" y="3665"/>
                  </a:cubicBezTo>
                  <a:lnTo>
                    <a:pt x="3141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1765325" y="3811100"/>
              <a:ext cx="258150" cy="158150"/>
            </a:xfrm>
            <a:custGeom>
              <a:avLst/>
              <a:gdLst/>
              <a:ahLst/>
              <a:cxnLst/>
              <a:rect l="l" t="t" r="r" b="b"/>
              <a:pathLst>
                <a:path w="5163" h="3163" extrusionOk="0">
                  <a:moveTo>
                    <a:pt x="1923" y="1"/>
                  </a:moveTo>
                  <a:cubicBezTo>
                    <a:pt x="1776" y="1"/>
                    <a:pt x="1666" y="8"/>
                    <a:pt x="1609" y="23"/>
                  </a:cubicBezTo>
                  <a:cubicBezTo>
                    <a:pt x="1184" y="135"/>
                    <a:pt x="0" y="2034"/>
                    <a:pt x="0" y="2034"/>
                  </a:cubicBezTo>
                  <a:lnTo>
                    <a:pt x="782" y="3163"/>
                  </a:lnTo>
                  <a:cubicBezTo>
                    <a:pt x="782" y="3163"/>
                    <a:pt x="3810" y="2615"/>
                    <a:pt x="4157" y="2504"/>
                  </a:cubicBezTo>
                  <a:cubicBezTo>
                    <a:pt x="4514" y="2392"/>
                    <a:pt x="5162" y="258"/>
                    <a:pt x="5162" y="258"/>
                  </a:cubicBezTo>
                  <a:cubicBezTo>
                    <a:pt x="5162" y="258"/>
                    <a:pt x="2834" y="1"/>
                    <a:pt x="1923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2128975" y="3957150"/>
              <a:ext cx="231900" cy="216000"/>
            </a:xfrm>
            <a:custGeom>
              <a:avLst/>
              <a:gdLst/>
              <a:ahLst/>
              <a:cxnLst/>
              <a:rect l="l" t="t" r="r" b="b"/>
              <a:pathLst>
                <a:path w="4638" h="4320" extrusionOk="0">
                  <a:moveTo>
                    <a:pt x="3084" y="1"/>
                  </a:moveTo>
                  <a:cubicBezTo>
                    <a:pt x="2726" y="1"/>
                    <a:pt x="2157" y="298"/>
                    <a:pt x="2157" y="298"/>
                  </a:cubicBezTo>
                  <a:lnTo>
                    <a:pt x="492" y="3862"/>
                  </a:lnTo>
                  <a:cubicBezTo>
                    <a:pt x="492" y="3862"/>
                    <a:pt x="1" y="4320"/>
                    <a:pt x="839" y="4320"/>
                  </a:cubicBezTo>
                  <a:cubicBezTo>
                    <a:pt x="1677" y="4320"/>
                    <a:pt x="4045" y="3258"/>
                    <a:pt x="4347" y="2789"/>
                  </a:cubicBezTo>
                  <a:cubicBezTo>
                    <a:pt x="4638" y="2309"/>
                    <a:pt x="3520" y="465"/>
                    <a:pt x="3342" y="119"/>
                  </a:cubicBezTo>
                  <a:cubicBezTo>
                    <a:pt x="3297" y="33"/>
                    <a:pt x="3202" y="1"/>
                    <a:pt x="3084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4697125" y="3529800"/>
              <a:ext cx="230750" cy="216000"/>
            </a:xfrm>
            <a:custGeom>
              <a:avLst/>
              <a:gdLst/>
              <a:ahLst/>
              <a:cxnLst/>
              <a:rect l="l" t="t" r="r" b="b"/>
              <a:pathLst>
                <a:path w="4615" h="4320" extrusionOk="0">
                  <a:moveTo>
                    <a:pt x="3050" y="0"/>
                  </a:moveTo>
                  <a:cubicBezTo>
                    <a:pt x="2692" y="0"/>
                    <a:pt x="2123" y="297"/>
                    <a:pt x="2123" y="297"/>
                  </a:cubicBezTo>
                  <a:lnTo>
                    <a:pt x="459" y="3861"/>
                  </a:lnTo>
                  <a:cubicBezTo>
                    <a:pt x="459" y="3861"/>
                    <a:pt x="0" y="4320"/>
                    <a:pt x="787" y="4320"/>
                  </a:cubicBezTo>
                  <a:cubicBezTo>
                    <a:pt x="797" y="4320"/>
                    <a:pt x="806" y="4320"/>
                    <a:pt x="816" y="4320"/>
                  </a:cubicBezTo>
                  <a:cubicBezTo>
                    <a:pt x="1654" y="4320"/>
                    <a:pt x="4023" y="3258"/>
                    <a:pt x="4313" y="2778"/>
                  </a:cubicBezTo>
                  <a:cubicBezTo>
                    <a:pt x="4615" y="2308"/>
                    <a:pt x="3498" y="465"/>
                    <a:pt x="3308" y="118"/>
                  </a:cubicBezTo>
                  <a:cubicBezTo>
                    <a:pt x="3263" y="33"/>
                    <a:pt x="3168" y="0"/>
                    <a:pt x="3050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5106075" y="4188200"/>
              <a:ext cx="230750" cy="216250"/>
            </a:xfrm>
            <a:custGeom>
              <a:avLst/>
              <a:gdLst/>
              <a:ahLst/>
              <a:cxnLst/>
              <a:rect l="l" t="t" r="r" b="b"/>
              <a:pathLst>
                <a:path w="4615" h="4325" extrusionOk="0">
                  <a:moveTo>
                    <a:pt x="3058" y="1"/>
                  </a:moveTo>
                  <a:cubicBezTo>
                    <a:pt x="2700" y="1"/>
                    <a:pt x="2134" y="302"/>
                    <a:pt x="2134" y="302"/>
                  </a:cubicBezTo>
                  <a:lnTo>
                    <a:pt x="469" y="3866"/>
                  </a:lnTo>
                  <a:cubicBezTo>
                    <a:pt x="469" y="3866"/>
                    <a:pt x="0" y="4325"/>
                    <a:pt x="787" y="4325"/>
                  </a:cubicBezTo>
                  <a:cubicBezTo>
                    <a:pt x="796" y="4325"/>
                    <a:pt x="806" y="4325"/>
                    <a:pt x="816" y="4325"/>
                  </a:cubicBezTo>
                  <a:cubicBezTo>
                    <a:pt x="1654" y="4325"/>
                    <a:pt x="4034" y="3263"/>
                    <a:pt x="4324" y="2783"/>
                  </a:cubicBezTo>
                  <a:cubicBezTo>
                    <a:pt x="4615" y="2313"/>
                    <a:pt x="3497" y="470"/>
                    <a:pt x="3318" y="123"/>
                  </a:cubicBezTo>
                  <a:cubicBezTo>
                    <a:pt x="3274" y="34"/>
                    <a:pt x="3177" y="1"/>
                    <a:pt x="3058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2732925" y="4164400"/>
              <a:ext cx="231850" cy="216050"/>
            </a:xfrm>
            <a:custGeom>
              <a:avLst/>
              <a:gdLst/>
              <a:ahLst/>
              <a:cxnLst/>
              <a:rect l="l" t="t" r="r" b="b"/>
              <a:pathLst>
                <a:path w="4637" h="4321" extrusionOk="0">
                  <a:moveTo>
                    <a:pt x="3077" y="1"/>
                  </a:moveTo>
                  <a:cubicBezTo>
                    <a:pt x="2714" y="1"/>
                    <a:pt x="2145" y="298"/>
                    <a:pt x="2145" y="298"/>
                  </a:cubicBezTo>
                  <a:lnTo>
                    <a:pt x="492" y="3862"/>
                  </a:lnTo>
                  <a:cubicBezTo>
                    <a:pt x="492" y="3862"/>
                    <a:pt x="0" y="4320"/>
                    <a:pt x="838" y="4320"/>
                  </a:cubicBezTo>
                  <a:cubicBezTo>
                    <a:pt x="1676" y="4320"/>
                    <a:pt x="4045" y="3259"/>
                    <a:pt x="4346" y="2789"/>
                  </a:cubicBezTo>
                  <a:cubicBezTo>
                    <a:pt x="4637" y="2309"/>
                    <a:pt x="3520" y="465"/>
                    <a:pt x="3341" y="119"/>
                  </a:cubicBezTo>
                  <a:cubicBezTo>
                    <a:pt x="3294" y="33"/>
                    <a:pt x="3196" y="1"/>
                    <a:pt x="307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2501625" y="3101950"/>
              <a:ext cx="314550" cy="211450"/>
            </a:xfrm>
            <a:custGeom>
              <a:avLst/>
              <a:gdLst/>
              <a:ahLst/>
              <a:cxnLst/>
              <a:rect l="l" t="t" r="r" b="b"/>
              <a:pathLst>
                <a:path w="6291" h="4229" extrusionOk="0">
                  <a:moveTo>
                    <a:pt x="3665" y="1"/>
                  </a:moveTo>
                  <a:cubicBezTo>
                    <a:pt x="2949" y="1"/>
                    <a:pt x="894" y="620"/>
                    <a:pt x="894" y="620"/>
                  </a:cubicBezTo>
                  <a:lnTo>
                    <a:pt x="0" y="3815"/>
                  </a:lnTo>
                  <a:cubicBezTo>
                    <a:pt x="0" y="3815"/>
                    <a:pt x="369" y="4229"/>
                    <a:pt x="3330" y="4229"/>
                  </a:cubicBezTo>
                  <a:cubicBezTo>
                    <a:pt x="6291" y="4229"/>
                    <a:pt x="4514" y="3100"/>
                    <a:pt x="4861" y="1804"/>
                  </a:cubicBezTo>
                  <a:cubicBezTo>
                    <a:pt x="5229" y="508"/>
                    <a:pt x="4280" y="206"/>
                    <a:pt x="3855" y="28"/>
                  </a:cubicBezTo>
                  <a:cubicBezTo>
                    <a:pt x="3813" y="9"/>
                    <a:pt x="3748" y="1"/>
                    <a:pt x="3665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6"/>
            <p:cNvSpPr/>
            <p:nvPr/>
          </p:nvSpPr>
          <p:spPr>
            <a:xfrm>
              <a:off x="1483175" y="4146850"/>
              <a:ext cx="323500" cy="276800"/>
            </a:xfrm>
            <a:custGeom>
              <a:avLst/>
              <a:gdLst/>
              <a:ahLst/>
              <a:cxnLst/>
              <a:rect l="l" t="t" r="r" b="b"/>
              <a:pathLst>
                <a:path w="6470" h="5536" extrusionOk="0">
                  <a:moveTo>
                    <a:pt x="5096" y="1"/>
                  </a:moveTo>
                  <a:cubicBezTo>
                    <a:pt x="5096" y="1"/>
                    <a:pt x="1788" y="2425"/>
                    <a:pt x="895" y="2794"/>
                  </a:cubicBezTo>
                  <a:cubicBezTo>
                    <a:pt x="1" y="3140"/>
                    <a:pt x="705" y="4034"/>
                    <a:pt x="705" y="4034"/>
                  </a:cubicBezTo>
                  <a:cubicBezTo>
                    <a:pt x="705" y="4034"/>
                    <a:pt x="1710" y="5330"/>
                    <a:pt x="2247" y="5509"/>
                  </a:cubicBezTo>
                  <a:cubicBezTo>
                    <a:pt x="2296" y="5527"/>
                    <a:pt x="2368" y="5535"/>
                    <a:pt x="2458" y="5535"/>
                  </a:cubicBezTo>
                  <a:cubicBezTo>
                    <a:pt x="3314" y="5535"/>
                    <a:pt x="5788" y="4782"/>
                    <a:pt x="6101" y="4559"/>
                  </a:cubicBezTo>
                  <a:cubicBezTo>
                    <a:pt x="6470" y="4325"/>
                    <a:pt x="5096" y="1"/>
                    <a:pt x="5096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6"/>
            <p:cNvSpPr/>
            <p:nvPr/>
          </p:nvSpPr>
          <p:spPr>
            <a:xfrm>
              <a:off x="5627275" y="3574250"/>
              <a:ext cx="222400" cy="223750"/>
            </a:xfrm>
            <a:custGeom>
              <a:avLst/>
              <a:gdLst/>
              <a:ahLst/>
              <a:cxnLst/>
              <a:rect l="l" t="t" r="r" b="b"/>
              <a:pathLst>
                <a:path w="4448" h="4475" extrusionOk="0">
                  <a:moveTo>
                    <a:pt x="3140" y="0"/>
                  </a:moveTo>
                  <a:lnTo>
                    <a:pt x="1665" y="1129"/>
                  </a:lnTo>
                  <a:lnTo>
                    <a:pt x="0" y="2950"/>
                  </a:lnTo>
                  <a:lnTo>
                    <a:pt x="179" y="3375"/>
                  </a:lnTo>
                  <a:cubicBezTo>
                    <a:pt x="179" y="3375"/>
                    <a:pt x="771" y="3967"/>
                    <a:pt x="2190" y="4380"/>
                  </a:cubicBezTo>
                  <a:cubicBezTo>
                    <a:pt x="2415" y="4447"/>
                    <a:pt x="2625" y="4475"/>
                    <a:pt x="2819" y="4475"/>
                  </a:cubicBezTo>
                  <a:cubicBezTo>
                    <a:pt x="3860" y="4475"/>
                    <a:pt x="4447" y="3665"/>
                    <a:pt x="4447" y="3665"/>
                  </a:cubicBezTo>
                  <a:lnTo>
                    <a:pt x="314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5757975" y="4081500"/>
              <a:ext cx="320750" cy="258150"/>
            </a:xfrm>
            <a:custGeom>
              <a:avLst/>
              <a:gdLst/>
              <a:ahLst/>
              <a:cxnLst/>
              <a:rect l="l" t="t" r="r" b="b"/>
              <a:pathLst>
                <a:path w="6415" h="5163" extrusionOk="0">
                  <a:moveTo>
                    <a:pt x="6414" y="0"/>
                  </a:moveTo>
                  <a:lnTo>
                    <a:pt x="1" y="1609"/>
                  </a:lnTo>
                  <a:lnTo>
                    <a:pt x="359" y="4023"/>
                  </a:lnTo>
                  <a:lnTo>
                    <a:pt x="1900" y="5162"/>
                  </a:lnTo>
                  <a:cubicBezTo>
                    <a:pt x="1900" y="5162"/>
                    <a:pt x="4146" y="5162"/>
                    <a:pt x="5040" y="4917"/>
                  </a:cubicBezTo>
                  <a:cubicBezTo>
                    <a:pt x="5934" y="4682"/>
                    <a:pt x="6414" y="1"/>
                    <a:pt x="6414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46"/>
          <p:cNvGrpSpPr/>
          <p:nvPr/>
        </p:nvGrpSpPr>
        <p:grpSpPr>
          <a:xfrm>
            <a:off x="8047962" y="3839825"/>
            <a:ext cx="391185" cy="410655"/>
            <a:chOff x="1874825" y="2463150"/>
            <a:chExt cx="313450" cy="329050"/>
          </a:xfrm>
        </p:grpSpPr>
        <p:sp>
          <p:nvSpPr>
            <p:cNvPr id="1087" name="Google Shape;1087;p46"/>
            <p:cNvSpPr/>
            <p:nvPr/>
          </p:nvSpPr>
          <p:spPr>
            <a:xfrm>
              <a:off x="1874825" y="2706650"/>
              <a:ext cx="286650" cy="85550"/>
            </a:xfrm>
            <a:custGeom>
              <a:avLst/>
              <a:gdLst/>
              <a:ahLst/>
              <a:cxnLst/>
              <a:rect l="l" t="t" r="r" b="b"/>
              <a:pathLst>
                <a:path w="5733" h="1711" extrusionOk="0">
                  <a:moveTo>
                    <a:pt x="3743" y="1"/>
                  </a:moveTo>
                  <a:lnTo>
                    <a:pt x="0" y="258"/>
                  </a:lnTo>
                  <a:lnTo>
                    <a:pt x="1207" y="1051"/>
                  </a:lnTo>
                  <a:lnTo>
                    <a:pt x="2704" y="1397"/>
                  </a:lnTo>
                  <a:lnTo>
                    <a:pt x="2905" y="1632"/>
                  </a:lnTo>
                  <a:lnTo>
                    <a:pt x="4045" y="1710"/>
                  </a:lnTo>
                  <a:lnTo>
                    <a:pt x="5285" y="1442"/>
                  </a:lnTo>
                  <a:lnTo>
                    <a:pt x="5732" y="1062"/>
                  </a:lnTo>
                  <a:lnTo>
                    <a:pt x="5196" y="559"/>
                  </a:lnTo>
                  <a:lnTo>
                    <a:pt x="3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6"/>
            <p:cNvSpPr/>
            <p:nvPr/>
          </p:nvSpPr>
          <p:spPr>
            <a:xfrm>
              <a:off x="1874825" y="2466450"/>
              <a:ext cx="297250" cy="284950"/>
            </a:xfrm>
            <a:custGeom>
              <a:avLst/>
              <a:gdLst/>
              <a:ahLst/>
              <a:cxnLst/>
              <a:rect l="l" t="t" r="r" b="b"/>
              <a:pathLst>
                <a:path w="5945" h="5699" extrusionOk="0">
                  <a:moveTo>
                    <a:pt x="838" y="0"/>
                  </a:moveTo>
                  <a:lnTo>
                    <a:pt x="838" y="11"/>
                  </a:lnTo>
                  <a:lnTo>
                    <a:pt x="838" y="45"/>
                  </a:lnTo>
                  <a:lnTo>
                    <a:pt x="816" y="112"/>
                  </a:lnTo>
                  <a:lnTo>
                    <a:pt x="805" y="168"/>
                  </a:lnTo>
                  <a:lnTo>
                    <a:pt x="794" y="268"/>
                  </a:lnTo>
                  <a:lnTo>
                    <a:pt x="537" y="1777"/>
                  </a:lnTo>
                  <a:lnTo>
                    <a:pt x="525" y="1877"/>
                  </a:lnTo>
                  <a:lnTo>
                    <a:pt x="514" y="1956"/>
                  </a:lnTo>
                  <a:lnTo>
                    <a:pt x="470" y="2190"/>
                  </a:lnTo>
                  <a:lnTo>
                    <a:pt x="458" y="2291"/>
                  </a:lnTo>
                  <a:lnTo>
                    <a:pt x="447" y="2380"/>
                  </a:lnTo>
                  <a:lnTo>
                    <a:pt x="0" y="5062"/>
                  </a:lnTo>
                  <a:lnTo>
                    <a:pt x="23" y="5039"/>
                  </a:lnTo>
                  <a:lnTo>
                    <a:pt x="313" y="5118"/>
                  </a:lnTo>
                  <a:lnTo>
                    <a:pt x="1397" y="5352"/>
                  </a:lnTo>
                  <a:lnTo>
                    <a:pt x="1620" y="5408"/>
                  </a:lnTo>
                  <a:lnTo>
                    <a:pt x="1743" y="5430"/>
                  </a:lnTo>
                  <a:lnTo>
                    <a:pt x="1810" y="5397"/>
                  </a:lnTo>
                  <a:lnTo>
                    <a:pt x="2347" y="5151"/>
                  </a:lnTo>
                  <a:lnTo>
                    <a:pt x="2481" y="5084"/>
                  </a:lnTo>
                  <a:lnTo>
                    <a:pt x="2794" y="5062"/>
                  </a:lnTo>
                  <a:lnTo>
                    <a:pt x="3520" y="4972"/>
                  </a:lnTo>
                  <a:lnTo>
                    <a:pt x="3743" y="4950"/>
                  </a:lnTo>
                  <a:lnTo>
                    <a:pt x="3810" y="5140"/>
                  </a:lnTo>
                  <a:lnTo>
                    <a:pt x="3866" y="5319"/>
                  </a:lnTo>
                  <a:lnTo>
                    <a:pt x="3978" y="5699"/>
                  </a:lnTo>
                  <a:lnTo>
                    <a:pt x="4369" y="5598"/>
                  </a:lnTo>
                  <a:lnTo>
                    <a:pt x="4592" y="5564"/>
                  </a:lnTo>
                  <a:lnTo>
                    <a:pt x="4928" y="5486"/>
                  </a:lnTo>
                  <a:lnTo>
                    <a:pt x="5196" y="5419"/>
                  </a:lnTo>
                  <a:lnTo>
                    <a:pt x="5553" y="3229"/>
                  </a:lnTo>
                  <a:lnTo>
                    <a:pt x="5564" y="3140"/>
                  </a:lnTo>
                  <a:lnTo>
                    <a:pt x="5587" y="3051"/>
                  </a:lnTo>
                  <a:lnTo>
                    <a:pt x="5620" y="2805"/>
                  </a:lnTo>
                  <a:lnTo>
                    <a:pt x="5643" y="2727"/>
                  </a:lnTo>
                  <a:lnTo>
                    <a:pt x="5654" y="2626"/>
                  </a:lnTo>
                  <a:lnTo>
                    <a:pt x="5900" y="1118"/>
                  </a:lnTo>
                  <a:lnTo>
                    <a:pt x="5933" y="1017"/>
                  </a:lnTo>
                  <a:lnTo>
                    <a:pt x="5933" y="961"/>
                  </a:lnTo>
                  <a:lnTo>
                    <a:pt x="5944" y="905"/>
                  </a:lnTo>
                  <a:lnTo>
                    <a:pt x="5944" y="872"/>
                  </a:lnTo>
                  <a:lnTo>
                    <a:pt x="5944" y="849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6"/>
            <p:cNvSpPr/>
            <p:nvPr/>
          </p:nvSpPr>
          <p:spPr>
            <a:xfrm>
              <a:off x="1914475" y="2472050"/>
              <a:ext cx="257050" cy="50300"/>
            </a:xfrm>
            <a:custGeom>
              <a:avLst/>
              <a:gdLst/>
              <a:ahLst/>
              <a:cxnLst/>
              <a:rect l="l" t="t" r="r" b="b"/>
              <a:pathLst>
                <a:path w="5141" h="1006" extrusionOk="0">
                  <a:moveTo>
                    <a:pt x="23" y="0"/>
                  </a:moveTo>
                  <a:lnTo>
                    <a:pt x="1" y="156"/>
                  </a:lnTo>
                  <a:cubicBezTo>
                    <a:pt x="459" y="268"/>
                    <a:pt x="1420" y="447"/>
                    <a:pt x="2537" y="626"/>
                  </a:cubicBezTo>
                  <a:cubicBezTo>
                    <a:pt x="3654" y="816"/>
                    <a:pt x="4637" y="961"/>
                    <a:pt x="5107" y="1006"/>
                  </a:cubicBezTo>
                  <a:lnTo>
                    <a:pt x="5140" y="84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6"/>
            <p:cNvSpPr/>
            <p:nvPr/>
          </p:nvSpPr>
          <p:spPr>
            <a:xfrm>
              <a:off x="1939625" y="2624000"/>
              <a:ext cx="142500" cy="113450"/>
            </a:xfrm>
            <a:custGeom>
              <a:avLst/>
              <a:gdLst/>
              <a:ahLst/>
              <a:cxnLst/>
              <a:rect l="l" t="t" r="r" b="b"/>
              <a:pathLst>
                <a:path w="2850" h="2269" extrusionOk="0">
                  <a:moveTo>
                    <a:pt x="1397" y="0"/>
                  </a:moveTo>
                  <a:cubicBezTo>
                    <a:pt x="1007" y="0"/>
                    <a:pt x="634" y="179"/>
                    <a:pt x="391" y="458"/>
                  </a:cubicBezTo>
                  <a:cubicBezTo>
                    <a:pt x="213" y="648"/>
                    <a:pt x="79" y="883"/>
                    <a:pt x="45" y="1162"/>
                  </a:cubicBezTo>
                  <a:cubicBezTo>
                    <a:pt x="0" y="1441"/>
                    <a:pt x="23" y="1710"/>
                    <a:pt x="134" y="1944"/>
                  </a:cubicBezTo>
                  <a:cubicBezTo>
                    <a:pt x="179" y="2056"/>
                    <a:pt x="246" y="2156"/>
                    <a:pt x="324" y="2246"/>
                  </a:cubicBezTo>
                  <a:lnTo>
                    <a:pt x="447" y="2268"/>
                  </a:lnTo>
                  <a:lnTo>
                    <a:pt x="526" y="2224"/>
                  </a:lnTo>
                  <a:lnTo>
                    <a:pt x="1051" y="1989"/>
                  </a:lnTo>
                  <a:lnTo>
                    <a:pt x="1185" y="1922"/>
                  </a:lnTo>
                  <a:lnTo>
                    <a:pt x="1498" y="1877"/>
                  </a:lnTo>
                  <a:lnTo>
                    <a:pt x="2213" y="1799"/>
                  </a:lnTo>
                  <a:lnTo>
                    <a:pt x="2447" y="1765"/>
                  </a:lnTo>
                  <a:lnTo>
                    <a:pt x="2492" y="1967"/>
                  </a:lnTo>
                  <a:lnTo>
                    <a:pt x="2548" y="2134"/>
                  </a:lnTo>
                  <a:cubicBezTo>
                    <a:pt x="2660" y="1978"/>
                    <a:pt x="2738" y="1799"/>
                    <a:pt x="2760" y="1587"/>
                  </a:cubicBezTo>
                  <a:cubicBezTo>
                    <a:pt x="2849" y="1196"/>
                    <a:pt x="2727" y="771"/>
                    <a:pt x="2447" y="469"/>
                  </a:cubicBezTo>
                  <a:cubicBezTo>
                    <a:pt x="2235" y="246"/>
                    <a:pt x="1956" y="78"/>
                    <a:pt x="1632" y="22"/>
                  </a:cubicBezTo>
                  <a:cubicBezTo>
                    <a:pt x="1553" y="8"/>
                    <a:pt x="1475" y="0"/>
                    <a:pt x="13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6"/>
            <p:cNvSpPr/>
            <p:nvPr/>
          </p:nvSpPr>
          <p:spPr>
            <a:xfrm>
              <a:off x="1899375" y="2464200"/>
              <a:ext cx="288350" cy="54450"/>
            </a:xfrm>
            <a:custGeom>
              <a:avLst/>
              <a:gdLst/>
              <a:ahLst/>
              <a:cxnLst/>
              <a:rect l="l" t="t" r="r" b="b"/>
              <a:pathLst>
                <a:path w="5767" h="1089" extrusionOk="0">
                  <a:moveTo>
                    <a:pt x="34" y="1"/>
                  </a:moveTo>
                  <a:lnTo>
                    <a:pt x="23" y="112"/>
                  </a:lnTo>
                  <a:cubicBezTo>
                    <a:pt x="1" y="168"/>
                    <a:pt x="1297" y="425"/>
                    <a:pt x="2872" y="693"/>
                  </a:cubicBezTo>
                  <a:cubicBezTo>
                    <a:pt x="4313" y="928"/>
                    <a:pt x="5511" y="1089"/>
                    <a:pt x="5714" y="1089"/>
                  </a:cubicBezTo>
                  <a:cubicBezTo>
                    <a:pt x="5733" y="1089"/>
                    <a:pt x="5743" y="1087"/>
                    <a:pt x="5744" y="1084"/>
                  </a:cubicBezTo>
                  <a:lnTo>
                    <a:pt x="5766" y="973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6"/>
            <p:cNvSpPr/>
            <p:nvPr/>
          </p:nvSpPr>
          <p:spPr>
            <a:xfrm>
              <a:off x="1901075" y="2463150"/>
              <a:ext cx="287200" cy="49100"/>
            </a:xfrm>
            <a:custGeom>
              <a:avLst/>
              <a:gdLst/>
              <a:ahLst/>
              <a:cxnLst/>
              <a:rect l="l" t="t" r="r" b="b"/>
              <a:pathLst>
                <a:path w="5744" h="982" extrusionOk="0">
                  <a:moveTo>
                    <a:pt x="61" y="0"/>
                  </a:moveTo>
                  <a:cubicBezTo>
                    <a:pt x="23" y="0"/>
                    <a:pt x="2" y="4"/>
                    <a:pt x="0" y="10"/>
                  </a:cubicBezTo>
                  <a:cubicBezTo>
                    <a:pt x="0" y="66"/>
                    <a:pt x="1274" y="323"/>
                    <a:pt x="2850" y="580"/>
                  </a:cubicBezTo>
                  <a:cubicBezTo>
                    <a:pt x="4230" y="815"/>
                    <a:pt x="5387" y="982"/>
                    <a:pt x="5668" y="982"/>
                  </a:cubicBezTo>
                  <a:cubicBezTo>
                    <a:pt x="5707" y="982"/>
                    <a:pt x="5729" y="978"/>
                    <a:pt x="5732" y="971"/>
                  </a:cubicBezTo>
                  <a:cubicBezTo>
                    <a:pt x="5743" y="938"/>
                    <a:pt x="4458" y="670"/>
                    <a:pt x="2883" y="401"/>
                  </a:cubicBezTo>
                  <a:cubicBezTo>
                    <a:pt x="1493" y="167"/>
                    <a:pt x="334" y="0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6"/>
            <p:cNvSpPr/>
            <p:nvPr/>
          </p:nvSpPr>
          <p:spPr>
            <a:xfrm>
              <a:off x="1949125" y="2631200"/>
              <a:ext cx="121850" cy="105700"/>
            </a:xfrm>
            <a:custGeom>
              <a:avLst/>
              <a:gdLst/>
              <a:ahLst/>
              <a:cxnLst/>
              <a:rect l="l" t="t" r="r" b="b"/>
              <a:pathLst>
                <a:path w="2437" h="2114" extrusionOk="0">
                  <a:moveTo>
                    <a:pt x="1242" y="1017"/>
                  </a:moveTo>
                  <a:cubicBezTo>
                    <a:pt x="1249" y="1017"/>
                    <a:pt x="1256" y="1017"/>
                    <a:pt x="1263" y="1018"/>
                  </a:cubicBezTo>
                  <a:cubicBezTo>
                    <a:pt x="1386" y="1052"/>
                    <a:pt x="1475" y="1163"/>
                    <a:pt x="1453" y="1286"/>
                  </a:cubicBezTo>
                  <a:cubicBezTo>
                    <a:pt x="1432" y="1402"/>
                    <a:pt x="1331" y="1488"/>
                    <a:pt x="1217" y="1488"/>
                  </a:cubicBezTo>
                  <a:cubicBezTo>
                    <a:pt x="1210" y="1488"/>
                    <a:pt x="1203" y="1488"/>
                    <a:pt x="1196" y="1487"/>
                  </a:cubicBezTo>
                  <a:cubicBezTo>
                    <a:pt x="1062" y="1454"/>
                    <a:pt x="984" y="1342"/>
                    <a:pt x="995" y="1219"/>
                  </a:cubicBezTo>
                  <a:cubicBezTo>
                    <a:pt x="1026" y="1103"/>
                    <a:pt x="1128" y="1017"/>
                    <a:pt x="1242" y="1017"/>
                  </a:cubicBezTo>
                  <a:close/>
                  <a:moveTo>
                    <a:pt x="1270" y="0"/>
                  </a:moveTo>
                  <a:cubicBezTo>
                    <a:pt x="1216" y="0"/>
                    <a:pt x="1161" y="4"/>
                    <a:pt x="1106" y="13"/>
                  </a:cubicBezTo>
                  <a:cubicBezTo>
                    <a:pt x="984" y="46"/>
                    <a:pt x="872" y="68"/>
                    <a:pt x="771" y="113"/>
                  </a:cubicBezTo>
                  <a:cubicBezTo>
                    <a:pt x="827" y="392"/>
                    <a:pt x="939" y="672"/>
                    <a:pt x="1062" y="985"/>
                  </a:cubicBezTo>
                  <a:cubicBezTo>
                    <a:pt x="995" y="1018"/>
                    <a:pt x="950" y="1074"/>
                    <a:pt x="928" y="1163"/>
                  </a:cubicBezTo>
                  <a:cubicBezTo>
                    <a:pt x="687" y="1126"/>
                    <a:pt x="454" y="1105"/>
                    <a:pt x="229" y="1105"/>
                  </a:cubicBezTo>
                  <a:cubicBezTo>
                    <a:pt x="182" y="1105"/>
                    <a:pt x="136" y="1106"/>
                    <a:pt x="90" y="1107"/>
                  </a:cubicBezTo>
                  <a:lnTo>
                    <a:pt x="23" y="1107"/>
                  </a:lnTo>
                  <a:cubicBezTo>
                    <a:pt x="0" y="1219"/>
                    <a:pt x="0" y="1331"/>
                    <a:pt x="23" y="1454"/>
                  </a:cubicBezTo>
                  <a:cubicBezTo>
                    <a:pt x="23" y="1487"/>
                    <a:pt x="23" y="1499"/>
                    <a:pt x="34" y="1521"/>
                  </a:cubicBezTo>
                  <a:cubicBezTo>
                    <a:pt x="56" y="1722"/>
                    <a:pt x="157" y="1901"/>
                    <a:pt x="302" y="2057"/>
                  </a:cubicBezTo>
                  <a:lnTo>
                    <a:pt x="358" y="2113"/>
                  </a:lnTo>
                  <a:lnTo>
                    <a:pt x="872" y="1878"/>
                  </a:lnTo>
                  <a:cubicBezTo>
                    <a:pt x="939" y="1778"/>
                    <a:pt x="1028" y="1677"/>
                    <a:pt x="1095" y="1577"/>
                  </a:cubicBezTo>
                  <a:cubicBezTo>
                    <a:pt x="1118" y="1599"/>
                    <a:pt x="1151" y="1610"/>
                    <a:pt x="1173" y="1610"/>
                  </a:cubicBezTo>
                  <a:lnTo>
                    <a:pt x="1263" y="1610"/>
                  </a:lnTo>
                  <a:cubicBezTo>
                    <a:pt x="1274" y="1666"/>
                    <a:pt x="1308" y="1722"/>
                    <a:pt x="1319" y="1778"/>
                  </a:cubicBezTo>
                  <a:lnTo>
                    <a:pt x="2045" y="1688"/>
                  </a:lnTo>
                  <a:lnTo>
                    <a:pt x="2268" y="1666"/>
                  </a:lnTo>
                  <a:lnTo>
                    <a:pt x="2324" y="1856"/>
                  </a:lnTo>
                  <a:lnTo>
                    <a:pt x="2324" y="1845"/>
                  </a:lnTo>
                  <a:cubicBezTo>
                    <a:pt x="2380" y="1733"/>
                    <a:pt x="2403" y="1621"/>
                    <a:pt x="2436" y="1510"/>
                  </a:cubicBezTo>
                  <a:cubicBezTo>
                    <a:pt x="2324" y="1454"/>
                    <a:pt x="2201" y="1431"/>
                    <a:pt x="2090" y="1387"/>
                  </a:cubicBezTo>
                  <a:cubicBezTo>
                    <a:pt x="1922" y="1342"/>
                    <a:pt x="1754" y="1297"/>
                    <a:pt x="1565" y="1264"/>
                  </a:cubicBezTo>
                  <a:cubicBezTo>
                    <a:pt x="1565" y="1175"/>
                    <a:pt x="1542" y="1096"/>
                    <a:pt x="1498" y="1040"/>
                  </a:cubicBezTo>
                  <a:cubicBezTo>
                    <a:pt x="1699" y="772"/>
                    <a:pt x="1877" y="538"/>
                    <a:pt x="2056" y="325"/>
                  </a:cubicBezTo>
                  <a:cubicBezTo>
                    <a:pt x="1944" y="258"/>
                    <a:pt x="1844" y="180"/>
                    <a:pt x="1754" y="124"/>
                  </a:cubicBezTo>
                  <a:cubicBezTo>
                    <a:pt x="1603" y="40"/>
                    <a:pt x="1438" y="0"/>
                    <a:pt x="1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6"/>
            <p:cNvSpPr/>
            <p:nvPr/>
          </p:nvSpPr>
          <p:spPr>
            <a:xfrm>
              <a:off x="1884875" y="2559050"/>
              <a:ext cx="284400" cy="65600"/>
            </a:xfrm>
            <a:custGeom>
              <a:avLst/>
              <a:gdLst/>
              <a:ahLst/>
              <a:cxnLst/>
              <a:rect l="l" t="t" r="r" b="b"/>
              <a:pathLst>
                <a:path w="5688" h="1312" extrusionOk="0">
                  <a:moveTo>
                    <a:pt x="224" y="1"/>
                  </a:moveTo>
                  <a:cubicBezTo>
                    <a:pt x="178" y="1"/>
                    <a:pt x="140" y="28"/>
                    <a:pt x="101" y="48"/>
                  </a:cubicBezTo>
                  <a:cubicBezTo>
                    <a:pt x="56" y="81"/>
                    <a:pt x="34" y="137"/>
                    <a:pt x="23" y="193"/>
                  </a:cubicBezTo>
                  <a:cubicBezTo>
                    <a:pt x="0" y="305"/>
                    <a:pt x="79" y="416"/>
                    <a:pt x="168" y="428"/>
                  </a:cubicBezTo>
                  <a:lnTo>
                    <a:pt x="5453" y="1310"/>
                  </a:lnTo>
                  <a:cubicBezTo>
                    <a:pt x="5460" y="1311"/>
                    <a:pt x="5467" y="1311"/>
                    <a:pt x="5475" y="1311"/>
                  </a:cubicBezTo>
                  <a:cubicBezTo>
                    <a:pt x="5569" y="1311"/>
                    <a:pt x="5666" y="1245"/>
                    <a:pt x="5676" y="1120"/>
                  </a:cubicBezTo>
                  <a:cubicBezTo>
                    <a:pt x="5687" y="1009"/>
                    <a:pt x="5620" y="897"/>
                    <a:pt x="5520" y="886"/>
                  </a:cubicBezTo>
                  <a:lnTo>
                    <a:pt x="246" y="3"/>
                  </a:lnTo>
                  <a:cubicBezTo>
                    <a:pt x="239" y="1"/>
                    <a:pt x="231" y="1"/>
                    <a:pt x="2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6"/>
            <p:cNvSpPr/>
            <p:nvPr/>
          </p:nvSpPr>
          <p:spPr>
            <a:xfrm>
              <a:off x="1901075" y="2555250"/>
              <a:ext cx="256450" cy="47550"/>
            </a:xfrm>
            <a:custGeom>
              <a:avLst/>
              <a:gdLst/>
              <a:ahLst/>
              <a:cxnLst/>
              <a:rect l="l" t="t" r="r" b="b"/>
              <a:pathLst>
                <a:path w="5129" h="951" extrusionOk="0">
                  <a:moveTo>
                    <a:pt x="12" y="1"/>
                  </a:moveTo>
                  <a:lnTo>
                    <a:pt x="0" y="101"/>
                  </a:lnTo>
                  <a:lnTo>
                    <a:pt x="5107" y="951"/>
                  </a:lnTo>
                  <a:lnTo>
                    <a:pt x="5129" y="85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6"/>
            <p:cNvSpPr/>
            <p:nvPr/>
          </p:nvSpPr>
          <p:spPr>
            <a:xfrm>
              <a:off x="1896625" y="2580400"/>
              <a:ext cx="256450" cy="47550"/>
            </a:xfrm>
            <a:custGeom>
              <a:avLst/>
              <a:gdLst/>
              <a:ahLst/>
              <a:cxnLst/>
              <a:rect l="l" t="t" r="r" b="b"/>
              <a:pathLst>
                <a:path w="5129" h="951" extrusionOk="0">
                  <a:moveTo>
                    <a:pt x="22" y="1"/>
                  </a:moveTo>
                  <a:lnTo>
                    <a:pt x="0" y="101"/>
                  </a:lnTo>
                  <a:lnTo>
                    <a:pt x="5117" y="950"/>
                  </a:lnTo>
                  <a:lnTo>
                    <a:pt x="5128" y="86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6"/>
            <p:cNvSpPr/>
            <p:nvPr/>
          </p:nvSpPr>
          <p:spPr>
            <a:xfrm>
              <a:off x="1890475" y="2490450"/>
              <a:ext cx="93350" cy="243650"/>
            </a:xfrm>
            <a:custGeom>
              <a:avLst/>
              <a:gdLst/>
              <a:ahLst/>
              <a:cxnLst/>
              <a:rect l="l" t="t" r="r" b="b"/>
              <a:pathLst>
                <a:path w="1867" h="4873" extrusionOk="0">
                  <a:moveTo>
                    <a:pt x="771" y="1"/>
                  </a:moveTo>
                  <a:lnTo>
                    <a:pt x="0" y="4638"/>
                  </a:lnTo>
                  <a:lnTo>
                    <a:pt x="1084" y="4872"/>
                  </a:lnTo>
                  <a:lnTo>
                    <a:pt x="1374" y="3129"/>
                  </a:lnTo>
                  <a:lnTo>
                    <a:pt x="1866" y="191"/>
                  </a:lnTo>
                  <a:lnTo>
                    <a:pt x="771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6"/>
            <p:cNvSpPr/>
            <p:nvPr/>
          </p:nvSpPr>
          <p:spPr>
            <a:xfrm>
              <a:off x="2104425" y="2525650"/>
              <a:ext cx="51450" cy="219050"/>
            </a:xfrm>
            <a:custGeom>
              <a:avLst/>
              <a:gdLst/>
              <a:ahLst/>
              <a:cxnLst/>
              <a:rect l="l" t="t" r="r" b="b"/>
              <a:pathLst>
                <a:path w="1029" h="4381" extrusionOk="0">
                  <a:moveTo>
                    <a:pt x="727" y="1"/>
                  </a:moveTo>
                  <a:lnTo>
                    <a:pt x="0" y="4380"/>
                  </a:lnTo>
                  <a:lnTo>
                    <a:pt x="336" y="4302"/>
                  </a:lnTo>
                  <a:lnTo>
                    <a:pt x="1028" y="56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6"/>
            <p:cNvSpPr/>
            <p:nvPr/>
          </p:nvSpPr>
          <p:spPr>
            <a:xfrm>
              <a:off x="2050775" y="2516150"/>
              <a:ext cx="79400" cy="235250"/>
            </a:xfrm>
            <a:custGeom>
              <a:avLst/>
              <a:gdLst/>
              <a:ahLst/>
              <a:cxnLst/>
              <a:rect l="l" t="t" r="r" b="b"/>
              <a:pathLst>
                <a:path w="1588" h="4705" extrusionOk="0">
                  <a:moveTo>
                    <a:pt x="671" y="1"/>
                  </a:moveTo>
                  <a:lnTo>
                    <a:pt x="57" y="3688"/>
                  </a:lnTo>
                  <a:lnTo>
                    <a:pt x="1" y="3978"/>
                  </a:lnTo>
                  <a:lnTo>
                    <a:pt x="224" y="3956"/>
                  </a:lnTo>
                  <a:lnTo>
                    <a:pt x="291" y="4146"/>
                  </a:lnTo>
                  <a:lnTo>
                    <a:pt x="347" y="4325"/>
                  </a:lnTo>
                  <a:lnTo>
                    <a:pt x="459" y="4705"/>
                  </a:lnTo>
                  <a:lnTo>
                    <a:pt x="850" y="4604"/>
                  </a:lnTo>
                  <a:lnTo>
                    <a:pt x="1587" y="168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00" name="Google Shape;1100;p46"/>
          <p:cNvGrpSpPr/>
          <p:nvPr/>
        </p:nvGrpSpPr>
        <p:grpSpPr>
          <a:xfrm>
            <a:off x="10000769" y="3215138"/>
            <a:ext cx="396115" cy="411341"/>
            <a:chOff x="3439575" y="1962600"/>
            <a:chExt cx="317400" cy="329600"/>
          </a:xfrm>
        </p:grpSpPr>
        <p:sp>
          <p:nvSpPr>
            <p:cNvPr id="1101" name="Google Shape;1101;p46"/>
            <p:cNvSpPr/>
            <p:nvPr/>
          </p:nvSpPr>
          <p:spPr>
            <a:xfrm>
              <a:off x="3465875" y="2182650"/>
              <a:ext cx="291100" cy="109550"/>
            </a:xfrm>
            <a:custGeom>
              <a:avLst/>
              <a:gdLst/>
              <a:ahLst/>
              <a:cxnLst/>
              <a:rect l="l" t="t" r="r" b="b"/>
              <a:pathLst>
                <a:path w="5822" h="2191" extrusionOk="0">
                  <a:moveTo>
                    <a:pt x="3028" y="0"/>
                  </a:moveTo>
                  <a:lnTo>
                    <a:pt x="548" y="1084"/>
                  </a:lnTo>
                  <a:lnTo>
                    <a:pt x="123" y="1308"/>
                  </a:lnTo>
                  <a:cubicBezTo>
                    <a:pt x="123" y="1308"/>
                    <a:pt x="0" y="1810"/>
                    <a:pt x="11" y="1833"/>
                  </a:cubicBezTo>
                  <a:cubicBezTo>
                    <a:pt x="34" y="1877"/>
                    <a:pt x="1207" y="2190"/>
                    <a:pt x="1207" y="2190"/>
                  </a:cubicBezTo>
                  <a:lnTo>
                    <a:pt x="2469" y="1877"/>
                  </a:lnTo>
                  <a:lnTo>
                    <a:pt x="4905" y="1151"/>
                  </a:lnTo>
                  <a:lnTo>
                    <a:pt x="5821" y="939"/>
                  </a:lnTo>
                  <a:lnTo>
                    <a:pt x="5721" y="693"/>
                  </a:lnTo>
                  <a:lnTo>
                    <a:pt x="30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46"/>
            <p:cNvSpPr/>
            <p:nvPr/>
          </p:nvSpPr>
          <p:spPr>
            <a:xfrm>
              <a:off x="3455775" y="1965350"/>
              <a:ext cx="297250" cy="284950"/>
            </a:xfrm>
            <a:custGeom>
              <a:avLst/>
              <a:gdLst/>
              <a:ahLst/>
              <a:cxnLst/>
              <a:rect l="l" t="t" r="r" b="b"/>
              <a:pathLst>
                <a:path w="5945" h="5699" extrusionOk="0">
                  <a:moveTo>
                    <a:pt x="5107" y="0"/>
                  </a:moveTo>
                  <a:lnTo>
                    <a:pt x="1" y="849"/>
                  </a:lnTo>
                  <a:lnTo>
                    <a:pt x="1" y="860"/>
                  </a:lnTo>
                  <a:lnTo>
                    <a:pt x="1" y="905"/>
                  </a:lnTo>
                  <a:lnTo>
                    <a:pt x="12" y="961"/>
                  </a:lnTo>
                  <a:lnTo>
                    <a:pt x="23" y="1017"/>
                  </a:lnTo>
                  <a:lnTo>
                    <a:pt x="34" y="1117"/>
                  </a:lnTo>
                  <a:lnTo>
                    <a:pt x="291" y="2637"/>
                  </a:lnTo>
                  <a:lnTo>
                    <a:pt x="303" y="2715"/>
                  </a:lnTo>
                  <a:lnTo>
                    <a:pt x="314" y="2816"/>
                  </a:lnTo>
                  <a:lnTo>
                    <a:pt x="358" y="3050"/>
                  </a:lnTo>
                  <a:lnTo>
                    <a:pt x="370" y="3140"/>
                  </a:lnTo>
                  <a:lnTo>
                    <a:pt x="381" y="3229"/>
                  </a:lnTo>
                  <a:lnTo>
                    <a:pt x="750" y="5430"/>
                  </a:lnTo>
                  <a:lnTo>
                    <a:pt x="1018" y="5486"/>
                  </a:lnTo>
                  <a:lnTo>
                    <a:pt x="1364" y="5553"/>
                  </a:lnTo>
                  <a:lnTo>
                    <a:pt x="1576" y="5609"/>
                  </a:lnTo>
                  <a:lnTo>
                    <a:pt x="1967" y="5698"/>
                  </a:lnTo>
                  <a:lnTo>
                    <a:pt x="2079" y="5318"/>
                  </a:lnTo>
                  <a:lnTo>
                    <a:pt x="2135" y="5140"/>
                  </a:lnTo>
                  <a:lnTo>
                    <a:pt x="2202" y="4939"/>
                  </a:lnTo>
                  <a:lnTo>
                    <a:pt x="2426" y="4972"/>
                  </a:lnTo>
                  <a:lnTo>
                    <a:pt x="3152" y="5050"/>
                  </a:lnTo>
                  <a:lnTo>
                    <a:pt x="3453" y="5084"/>
                  </a:lnTo>
                  <a:lnTo>
                    <a:pt x="3599" y="5151"/>
                  </a:lnTo>
                  <a:lnTo>
                    <a:pt x="4135" y="5397"/>
                  </a:lnTo>
                  <a:lnTo>
                    <a:pt x="4213" y="5430"/>
                  </a:lnTo>
                  <a:lnTo>
                    <a:pt x="4325" y="5397"/>
                  </a:lnTo>
                  <a:lnTo>
                    <a:pt x="4548" y="5363"/>
                  </a:lnTo>
                  <a:lnTo>
                    <a:pt x="5643" y="5106"/>
                  </a:lnTo>
                  <a:lnTo>
                    <a:pt x="5923" y="5039"/>
                  </a:lnTo>
                  <a:lnTo>
                    <a:pt x="5945" y="5061"/>
                  </a:lnTo>
                  <a:lnTo>
                    <a:pt x="5498" y="2380"/>
                  </a:lnTo>
                  <a:lnTo>
                    <a:pt x="5487" y="2291"/>
                  </a:lnTo>
                  <a:lnTo>
                    <a:pt x="5476" y="2201"/>
                  </a:lnTo>
                  <a:lnTo>
                    <a:pt x="5431" y="1967"/>
                  </a:lnTo>
                  <a:lnTo>
                    <a:pt x="5409" y="1866"/>
                  </a:lnTo>
                  <a:lnTo>
                    <a:pt x="5398" y="1788"/>
                  </a:lnTo>
                  <a:lnTo>
                    <a:pt x="5152" y="257"/>
                  </a:lnTo>
                  <a:lnTo>
                    <a:pt x="5129" y="157"/>
                  </a:lnTo>
                  <a:lnTo>
                    <a:pt x="5118" y="112"/>
                  </a:lnTo>
                  <a:lnTo>
                    <a:pt x="5118" y="56"/>
                  </a:lnTo>
                  <a:lnTo>
                    <a:pt x="5107" y="11"/>
                  </a:lnTo>
                  <a:lnTo>
                    <a:pt x="51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6"/>
            <p:cNvSpPr/>
            <p:nvPr/>
          </p:nvSpPr>
          <p:spPr>
            <a:xfrm>
              <a:off x="3545725" y="2123100"/>
              <a:ext cx="142500" cy="115450"/>
            </a:xfrm>
            <a:custGeom>
              <a:avLst/>
              <a:gdLst/>
              <a:ahLst/>
              <a:cxnLst/>
              <a:rect l="l" t="t" r="r" b="b"/>
              <a:pathLst>
                <a:path w="2850" h="2309" extrusionOk="0">
                  <a:moveTo>
                    <a:pt x="1438" y="0"/>
                  </a:moveTo>
                  <a:cubicBezTo>
                    <a:pt x="1366" y="0"/>
                    <a:pt x="1292" y="6"/>
                    <a:pt x="1219" y="18"/>
                  </a:cubicBezTo>
                  <a:cubicBezTo>
                    <a:pt x="895" y="74"/>
                    <a:pt x="615" y="231"/>
                    <a:pt x="403" y="465"/>
                  </a:cubicBezTo>
                  <a:cubicBezTo>
                    <a:pt x="135" y="778"/>
                    <a:pt x="1" y="1191"/>
                    <a:pt x="68" y="1627"/>
                  </a:cubicBezTo>
                  <a:cubicBezTo>
                    <a:pt x="101" y="1828"/>
                    <a:pt x="180" y="2007"/>
                    <a:pt x="280" y="2175"/>
                  </a:cubicBezTo>
                  <a:lnTo>
                    <a:pt x="336" y="2007"/>
                  </a:lnTo>
                  <a:lnTo>
                    <a:pt x="392" y="1806"/>
                  </a:lnTo>
                  <a:lnTo>
                    <a:pt x="615" y="1839"/>
                  </a:lnTo>
                  <a:lnTo>
                    <a:pt x="1342" y="1918"/>
                  </a:lnTo>
                  <a:lnTo>
                    <a:pt x="1643" y="1962"/>
                  </a:lnTo>
                  <a:lnTo>
                    <a:pt x="1788" y="2029"/>
                  </a:lnTo>
                  <a:lnTo>
                    <a:pt x="2302" y="2275"/>
                  </a:lnTo>
                  <a:lnTo>
                    <a:pt x="2392" y="2309"/>
                  </a:lnTo>
                  <a:lnTo>
                    <a:pt x="2515" y="2286"/>
                  </a:lnTo>
                  <a:cubicBezTo>
                    <a:pt x="2582" y="2186"/>
                    <a:pt x="2649" y="2096"/>
                    <a:pt x="2694" y="1996"/>
                  </a:cubicBezTo>
                  <a:cubicBezTo>
                    <a:pt x="2816" y="1717"/>
                    <a:pt x="2850" y="1437"/>
                    <a:pt x="2805" y="1169"/>
                  </a:cubicBezTo>
                  <a:cubicBezTo>
                    <a:pt x="2761" y="890"/>
                    <a:pt x="2638" y="655"/>
                    <a:pt x="2459" y="454"/>
                  </a:cubicBezTo>
                  <a:cubicBezTo>
                    <a:pt x="2195" y="171"/>
                    <a:pt x="1828" y="0"/>
                    <a:pt x="14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6"/>
            <p:cNvSpPr/>
            <p:nvPr/>
          </p:nvSpPr>
          <p:spPr>
            <a:xfrm>
              <a:off x="3558025" y="2129850"/>
              <a:ext cx="121850" cy="104800"/>
            </a:xfrm>
            <a:custGeom>
              <a:avLst/>
              <a:gdLst/>
              <a:ahLst/>
              <a:cxnLst/>
              <a:rect l="l" t="t" r="r" b="b"/>
              <a:pathLst>
                <a:path w="2437" h="2096" extrusionOk="0">
                  <a:moveTo>
                    <a:pt x="1175" y="1022"/>
                  </a:moveTo>
                  <a:cubicBezTo>
                    <a:pt x="1288" y="1022"/>
                    <a:pt x="1387" y="1098"/>
                    <a:pt x="1408" y="1213"/>
                  </a:cubicBezTo>
                  <a:cubicBezTo>
                    <a:pt x="1431" y="1336"/>
                    <a:pt x="1341" y="1470"/>
                    <a:pt x="1218" y="1481"/>
                  </a:cubicBezTo>
                  <a:cubicBezTo>
                    <a:pt x="1211" y="1482"/>
                    <a:pt x="1203" y="1482"/>
                    <a:pt x="1195" y="1482"/>
                  </a:cubicBezTo>
                  <a:cubicBezTo>
                    <a:pt x="1082" y="1482"/>
                    <a:pt x="982" y="1406"/>
                    <a:pt x="950" y="1291"/>
                  </a:cubicBezTo>
                  <a:cubicBezTo>
                    <a:pt x="939" y="1157"/>
                    <a:pt x="1029" y="1045"/>
                    <a:pt x="1151" y="1023"/>
                  </a:cubicBezTo>
                  <a:cubicBezTo>
                    <a:pt x="1159" y="1022"/>
                    <a:pt x="1167" y="1022"/>
                    <a:pt x="1175" y="1022"/>
                  </a:cubicBezTo>
                  <a:close/>
                  <a:moveTo>
                    <a:pt x="1158" y="0"/>
                  </a:moveTo>
                  <a:cubicBezTo>
                    <a:pt x="994" y="0"/>
                    <a:pt x="834" y="46"/>
                    <a:pt x="693" y="129"/>
                  </a:cubicBezTo>
                  <a:cubicBezTo>
                    <a:pt x="593" y="185"/>
                    <a:pt x="481" y="252"/>
                    <a:pt x="381" y="319"/>
                  </a:cubicBezTo>
                  <a:cubicBezTo>
                    <a:pt x="559" y="531"/>
                    <a:pt x="749" y="777"/>
                    <a:pt x="939" y="1034"/>
                  </a:cubicBezTo>
                  <a:cubicBezTo>
                    <a:pt x="894" y="1090"/>
                    <a:pt x="850" y="1179"/>
                    <a:pt x="872" y="1258"/>
                  </a:cubicBezTo>
                  <a:cubicBezTo>
                    <a:pt x="693" y="1302"/>
                    <a:pt x="526" y="1325"/>
                    <a:pt x="347" y="1380"/>
                  </a:cubicBezTo>
                  <a:cubicBezTo>
                    <a:pt x="224" y="1414"/>
                    <a:pt x="112" y="1459"/>
                    <a:pt x="1" y="1492"/>
                  </a:cubicBezTo>
                  <a:cubicBezTo>
                    <a:pt x="34" y="1604"/>
                    <a:pt x="56" y="1716"/>
                    <a:pt x="112" y="1827"/>
                  </a:cubicBezTo>
                  <a:lnTo>
                    <a:pt x="112" y="1850"/>
                  </a:lnTo>
                  <a:lnTo>
                    <a:pt x="168" y="1649"/>
                  </a:lnTo>
                  <a:lnTo>
                    <a:pt x="392" y="1682"/>
                  </a:lnTo>
                  <a:lnTo>
                    <a:pt x="1118" y="1760"/>
                  </a:lnTo>
                  <a:cubicBezTo>
                    <a:pt x="1129" y="1704"/>
                    <a:pt x="1163" y="1649"/>
                    <a:pt x="1174" y="1593"/>
                  </a:cubicBezTo>
                  <a:lnTo>
                    <a:pt x="1263" y="1593"/>
                  </a:lnTo>
                  <a:cubicBezTo>
                    <a:pt x="1286" y="1593"/>
                    <a:pt x="1319" y="1582"/>
                    <a:pt x="1341" y="1570"/>
                  </a:cubicBezTo>
                  <a:cubicBezTo>
                    <a:pt x="1431" y="1660"/>
                    <a:pt x="1498" y="1760"/>
                    <a:pt x="1565" y="1861"/>
                  </a:cubicBezTo>
                  <a:lnTo>
                    <a:pt x="2090" y="2095"/>
                  </a:lnTo>
                  <a:cubicBezTo>
                    <a:pt x="2112" y="2084"/>
                    <a:pt x="2123" y="2051"/>
                    <a:pt x="2146" y="2040"/>
                  </a:cubicBezTo>
                  <a:cubicBezTo>
                    <a:pt x="2280" y="1883"/>
                    <a:pt x="2380" y="1704"/>
                    <a:pt x="2403" y="1514"/>
                  </a:cubicBezTo>
                  <a:cubicBezTo>
                    <a:pt x="2403" y="1481"/>
                    <a:pt x="2403" y="1470"/>
                    <a:pt x="2425" y="1436"/>
                  </a:cubicBezTo>
                  <a:cubicBezTo>
                    <a:pt x="2436" y="1325"/>
                    <a:pt x="2436" y="1202"/>
                    <a:pt x="2425" y="1101"/>
                  </a:cubicBezTo>
                  <a:lnTo>
                    <a:pt x="2347" y="1101"/>
                  </a:lnTo>
                  <a:cubicBezTo>
                    <a:pt x="2090" y="1101"/>
                    <a:pt x="1811" y="1135"/>
                    <a:pt x="1509" y="1157"/>
                  </a:cubicBezTo>
                  <a:cubicBezTo>
                    <a:pt x="1487" y="1090"/>
                    <a:pt x="1442" y="1023"/>
                    <a:pt x="1375" y="978"/>
                  </a:cubicBezTo>
                  <a:cubicBezTo>
                    <a:pt x="1498" y="688"/>
                    <a:pt x="1610" y="386"/>
                    <a:pt x="1665" y="107"/>
                  </a:cubicBezTo>
                  <a:cubicBezTo>
                    <a:pt x="1565" y="73"/>
                    <a:pt x="1453" y="40"/>
                    <a:pt x="1330" y="17"/>
                  </a:cubicBezTo>
                  <a:cubicBezTo>
                    <a:pt x="1272" y="6"/>
                    <a:pt x="1215" y="0"/>
                    <a:pt x="11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6"/>
            <p:cNvSpPr/>
            <p:nvPr/>
          </p:nvSpPr>
          <p:spPr>
            <a:xfrm>
              <a:off x="3456375" y="1970900"/>
              <a:ext cx="257000" cy="50350"/>
            </a:xfrm>
            <a:custGeom>
              <a:avLst/>
              <a:gdLst/>
              <a:ahLst/>
              <a:cxnLst/>
              <a:rect l="l" t="t" r="r" b="b"/>
              <a:pathLst>
                <a:path w="5140" h="1007" extrusionOk="0">
                  <a:moveTo>
                    <a:pt x="5106" y="1"/>
                  </a:moveTo>
                  <a:lnTo>
                    <a:pt x="0" y="850"/>
                  </a:lnTo>
                  <a:lnTo>
                    <a:pt x="22" y="1006"/>
                  </a:lnTo>
                  <a:cubicBezTo>
                    <a:pt x="503" y="962"/>
                    <a:pt x="1475" y="805"/>
                    <a:pt x="2592" y="627"/>
                  </a:cubicBezTo>
                  <a:cubicBezTo>
                    <a:pt x="3710" y="448"/>
                    <a:pt x="4682" y="258"/>
                    <a:pt x="5140" y="146"/>
                  </a:cubicBezTo>
                  <a:lnTo>
                    <a:pt x="5106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6"/>
            <p:cNvSpPr/>
            <p:nvPr/>
          </p:nvSpPr>
          <p:spPr>
            <a:xfrm>
              <a:off x="3440175" y="1963100"/>
              <a:ext cx="287750" cy="54050"/>
            </a:xfrm>
            <a:custGeom>
              <a:avLst/>
              <a:gdLst/>
              <a:ahLst/>
              <a:cxnLst/>
              <a:rect l="l" t="t" r="r" b="b"/>
              <a:pathLst>
                <a:path w="5755" h="1081" extrusionOk="0">
                  <a:moveTo>
                    <a:pt x="5721" y="0"/>
                  </a:moveTo>
                  <a:lnTo>
                    <a:pt x="0" y="961"/>
                  </a:lnTo>
                  <a:lnTo>
                    <a:pt x="11" y="1073"/>
                  </a:lnTo>
                  <a:cubicBezTo>
                    <a:pt x="14" y="1078"/>
                    <a:pt x="31" y="1080"/>
                    <a:pt x="62" y="1080"/>
                  </a:cubicBezTo>
                  <a:cubicBezTo>
                    <a:pt x="315" y="1080"/>
                    <a:pt x="1489" y="921"/>
                    <a:pt x="2894" y="682"/>
                  </a:cubicBezTo>
                  <a:cubicBezTo>
                    <a:pt x="4469" y="414"/>
                    <a:pt x="5754" y="168"/>
                    <a:pt x="5743" y="112"/>
                  </a:cubicBezTo>
                  <a:lnTo>
                    <a:pt x="57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6"/>
            <p:cNvSpPr/>
            <p:nvPr/>
          </p:nvSpPr>
          <p:spPr>
            <a:xfrm>
              <a:off x="3439575" y="1962600"/>
              <a:ext cx="286650" cy="49100"/>
            </a:xfrm>
            <a:custGeom>
              <a:avLst/>
              <a:gdLst/>
              <a:ahLst/>
              <a:cxnLst/>
              <a:rect l="l" t="t" r="r" b="b"/>
              <a:pathLst>
                <a:path w="5733" h="982" extrusionOk="0">
                  <a:moveTo>
                    <a:pt x="5675" y="0"/>
                  </a:moveTo>
                  <a:cubicBezTo>
                    <a:pt x="5408" y="0"/>
                    <a:pt x="4242" y="166"/>
                    <a:pt x="2861" y="401"/>
                  </a:cubicBezTo>
                  <a:cubicBezTo>
                    <a:pt x="1286" y="670"/>
                    <a:pt x="1" y="915"/>
                    <a:pt x="12" y="971"/>
                  </a:cubicBezTo>
                  <a:cubicBezTo>
                    <a:pt x="13" y="978"/>
                    <a:pt x="34" y="982"/>
                    <a:pt x="73" y="982"/>
                  </a:cubicBezTo>
                  <a:cubicBezTo>
                    <a:pt x="346" y="982"/>
                    <a:pt x="1505" y="815"/>
                    <a:pt x="2895" y="580"/>
                  </a:cubicBezTo>
                  <a:cubicBezTo>
                    <a:pt x="4470" y="312"/>
                    <a:pt x="5733" y="66"/>
                    <a:pt x="5733" y="10"/>
                  </a:cubicBezTo>
                  <a:cubicBezTo>
                    <a:pt x="5733" y="3"/>
                    <a:pt x="5713" y="0"/>
                    <a:pt x="5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6"/>
            <p:cNvSpPr/>
            <p:nvPr/>
          </p:nvSpPr>
          <p:spPr>
            <a:xfrm>
              <a:off x="3458575" y="2058050"/>
              <a:ext cx="283850" cy="64900"/>
            </a:xfrm>
            <a:custGeom>
              <a:avLst/>
              <a:gdLst/>
              <a:ahLst/>
              <a:cxnLst/>
              <a:rect l="l" t="t" r="r" b="b"/>
              <a:pathLst>
                <a:path w="5677" h="1298" extrusionOk="0">
                  <a:moveTo>
                    <a:pt x="5442" y="1"/>
                  </a:moveTo>
                  <a:lnTo>
                    <a:pt x="168" y="883"/>
                  </a:lnTo>
                  <a:cubicBezTo>
                    <a:pt x="68" y="895"/>
                    <a:pt x="1" y="1006"/>
                    <a:pt x="12" y="1118"/>
                  </a:cubicBezTo>
                  <a:cubicBezTo>
                    <a:pt x="22" y="1223"/>
                    <a:pt x="121" y="1298"/>
                    <a:pt x="216" y="1298"/>
                  </a:cubicBezTo>
                  <a:cubicBezTo>
                    <a:pt x="223" y="1298"/>
                    <a:pt x="229" y="1298"/>
                    <a:pt x="235" y="1297"/>
                  </a:cubicBezTo>
                  <a:lnTo>
                    <a:pt x="5509" y="414"/>
                  </a:lnTo>
                  <a:cubicBezTo>
                    <a:pt x="5610" y="403"/>
                    <a:pt x="5677" y="291"/>
                    <a:pt x="5666" y="180"/>
                  </a:cubicBezTo>
                  <a:cubicBezTo>
                    <a:pt x="5654" y="124"/>
                    <a:pt x="5621" y="68"/>
                    <a:pt x="5587" y="46"/>
                  </a:cubicBezTo>
                  <a:cubicBezTo>
                    <a:pt x="5543" y="12"/>
                    <a:pt x="5487" y="1"/>
                    <a:pt x="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6"/>
            <p:cNvSpPr/>
            <p:nvPr/>
          </p:nvSpPr>
          <p:spPr>
            <a:xfrm>
              <a:off x="3470325" y="2054150"/>
              <a:ext cx="256450" cy="47550"/>
            </a:xfrm>
            <a:custGeom>
              <a:avLst/>
              <a:gdLst/>
              <a:ahLst/>
              <a:cxnLst/>
              <a:rect l="l" t="t" r="r" b="b"/>
              <a:pathLst>
                <a:path w="5129" h="951" extrusionOk="0">
                  <a:moveTo>
                    <a:pt x="5107" y="1"/>
                  </a:moveTo>
                  <a:lnTo>
                    <a:pt x="0" y="850"/>
                  </a:lnTo>
                  <a:lnTo>
                    <a:pt x="12" y="950"/>
                  </a:lnTo>
                  <a:lnTo>
                    <a:pt x="5129" y="101"/>
                  </a:lnTo>
                  <a:lnTo>
                    <a:pt x="5107" y="1"/>
                  </a:lnTo>
                  <a:close/>
                </a:path>
              </a:pathLst>
            </a:custGeom>
            <a:solidFill>
              <a:srgbClr val="FFFFFF">
                <a:alpha val="83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6"/>
            <p:cNvSpPr/>
            <p:nvPr/>
          </p:nvSpPr>
          <p:spPr>
            <a:xfrm>
              <a:off x="3474225" y="2079300"/>
              <a:ext cx="256500" cy="47550"/>
            </a:xfrm>
            <a:custGeom>
              <a:avLst/>
              <a:gdLst/>
              <a:ahLst/>
              <a:cxnLst/>
              <a:rect l="l" t="t" r="r" b="b"/>
              <a:pathLst>
                <a:path w="5130" h="951" extrusionOk="0">
                  <a:moveTo>
                    <a:pt x="5118" y="0"/>
                  </a:moveTo>
                  <a:lnTo>
                    <a:pt x="1" y="861"/>
                  </a:lnTo>
                  <a:lnTo>
                    <a:pt x="23" y="950"/>
                  </a:lnTo>
                  <a:lnTo>
                    <a:pt x="5129" y="101"/>
                  </a:lnTo>
                  <a:lnTo>
                    <a:pt x="5118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6"/>
            <p:cNvSpPr/>
            <p:nvPr/>
          </p:nvSpPr>
          <p:spPr>
            <a:xfrm>
              <a:off x="3644075" y="1989350"/>
              <a:ext cx="93900" cy="244200"/>
            </a:xfrm>
            <a:custGeom>
              <a:avLst/>
              <a:gdLst/>
              <a:ahLst/>
              <a:cxnLst/>
              <a:rect l="l" t="t" r="r" b="b"/>
              <a:pathLst>
                <a:path w="1878" h="4884" extrusionOk="0">
                  <a:moveTo>
                    <a:pt x="1084" y="1"/>
                  </a:moveTo>
                  <a:lnTo>
                    <a:pt x="0" y="190"/>
                  </a:lnTo>
                  <a:lnTo>
                    <a:pt x="782" y="4883"/>
                  </a:lnTo>
                  <a:lnTo>
                    <a:pt x="1877" y="4626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6"/>
            <p:cNvSpPr/>
            <p:nvPr/>
          </p:nvSpPr>
          <p:spPr>
            <a:xfrm>
              <a:off x="3497675" y="2015050"/>
              <a:ext cx="79400" cy="235250"/>
            </a:xfrm>
            <a:custGeom>
              <a:avLst/>
              <a:gdLst/>
              <a:ahLst/>
              <a:cxnLst/>
              <a:rect l="l" t="t" r="r" b="b"/>
              <a:pathLst>
                <a:path w="1588" h="4705" extrusionOk="0">
                  <a:moveTo>
                    <a:pt x="928" y="0"/>
                  </a:moveTo>
                  <a:lnTo>
                    <a:pt x="1" y="157"/>
                  </a:lnTo>
                  <a:lnTo>
                    <a:pt x="738" y="4615"/>
                  </a:lnTo>
                  <a:lnTo>
                    <a:pt x="1129" y="4704"/>
                  </a:lnTo>
                  <a:lnTo>
                    <a:pt x="1241" y="4324"/>
                  </a:lnTo>
                  <a:lnTo>
                    <a:pt x="1297" y="4146"/>
                  </a:lnTo>
                  <a:lnTo>
                    <a:pt x="1364" y="3945"/>
                  </a:lnTo>
                  <a:lnTo>
                    <a:pt x="1588" y="3978"/>
                  </a:lnTo>
                  <a:lnTo>
                    <a:pt x="1543" y="369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6"/>
            <p:cNvSpPr/>
            <p:nvPr/>
          </p:nvSpPr>
          <p:spPr>
            <a:xfrm>
              <a:off x="3471425" y="2025100"/>
              <a:ext cx="52600" cy="217950"/>
            </a:xfrm>
            <a:custGeom>
              <a:avLst/>
              <a:gdLst/>
              <a:ahLst/>
              <a:cxnLst/>
              <a:rect l="l" t="t" r="r" b="b"/>
              <a:pathLst>
                <a:path w="1052" h="4359" extrusionOk="0">
                  <a:moveTo>
                    <a:pt x="314" y="1"/>
                  </a:moveTo>
                  <a:lnTo>
                    <a:pt x="1" y="45"/>
                  </a:lnTo>
                  <a:lnTo>
                    <a:pt x="705" y="4291"/>
                  </a:lnTo>
                  <a:lnTo>
                    <a:pt x="1051" y="4358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4" name="Google Shape;1114;p46"/>
          <p:cNvGrpSpPr/>
          <p:nvPr/>
        </p:nvGrpSpPr>
        <p:grpSpPr>
          <a:xfrm>
            <a:off x="10540404" y="3759641"/>
            <a:ext cx="416333" cy="391809"/>
            <a:chOff x="3871975" y="2398900"/>
            <a:chExt cx="333600" cy="313950"/>
          </a:xfrm>
        </p:grpSpPr>
        <p:sp>
          <p:nvSpPr>
            <p:cNvPr id="1115" name="Google Shape;1115;p46"/>
            <p:cNvSpPr/>
            <p:nvPr/>
          </p:nvSpPr>
          <p:spPr>
            <a:xfrm>
              <a:off x="3925625" y="2628450"/>
              <a:ext cx="279950" cy="84400"/>
            </a:xfrm>
            <a:custGeom>
              <a:avLst/>
              <a:gdLst/>
              <a:ahLst/>
              <a:cxnLst/>
              <a:rect l="l" t="t" r="r" b="b"/>
              <a:pathLst>
                <a:path w="5599" h="1688" extrusionOk="0">
                  <a:moveTo>
                    <a:pt x="1576" y="0"/>
                  </a:moveTo>
                  <a:lnTo>
                    <a:pt x="805" y="224"/>
                  </a:lnTo>
                  <a:lnTo>
                    <a:pt x="0" y="894"/>
                  </a:lnTo>
                  <a:lnTo>
                    <a:pt x="470" y="1431"/>
                  </a:lnTo>
                  <a:lnTo>
                    <a:pt x="1341" y="1151"/>
                  </a:lnTo>
                  <a:lnTo>
                    <a:pt x="2972" y="1330"/>
                  </a:lnTo>
                  <a:lnTo>
                    <a:pt x="4269" y="1688"/>
                  </a:lnTo>
                  <a:lnTo>
                    <a:pt x="5598" y="1263"/>
                  </a:lnTo>
                  <a:lnTo>
                    <a:pt x="5162" y="514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46"/>
            <p:cNvSpPr/>
            <p:nvPr/>
          </p:nvSpPr>
          <p:spPr>
            <a:xfrm>
              <a:off x="3887075" y="2402200"/>
              <a:ext cx="298350" cy="284950"/>
            </a:xfrm>
            <a:custGeom>
              <a:avLst/>
              <a:gdLst/>
              <a:ahLst/>
              <a:cxnLst/>
              <a:rect l="l" t="t" r="r" b="b"/>
              <a:pathLst>
                <a:path w="5967" h="5699" extrusionOk="0">
                  <a:moveTo>
                    <a:pt x="5129" y="0"/>
                  </a:moveTo>
                  <a:lnTo>
                    <a:pt x="1" y="850"/>
                  </a:lnTo>
                  <a:lnTo>
                    <a:pt x="1" y="872"/>
                  </a:lnTo>
                  <a:lnTo>
                    <a:pt x="12" y="905"/>
                  </a:lnTo>
                  <a:lnTo>
                    <a:pt x="34" y="961"/>
                  </a:lnTo>
                  <a:lnTo>
                    <a:pt x="34" y="1017"/>
                  </a:lnTo>
                  <a:lnTo>
                    <a:pt x="56" y="1118"/>
                  </a:lnTo>
                  <a:lnTo>
                    <a:pt x="313" y="2626"/>
                  </a:lnTo>
                  <a:lnTo>
                    <a:pt x="325" y="2727"/>
                  </a:lnTo>
                  <a:lnTo>
                    <a:pt x="336" y="2805"/>
                  </a:lnTo>
                  <a:lnTo>
                    <a:pt x="380" y="3051"/>
                  </a:lnTo>
                  <a:lnTo>
                    <a:pt x="392" y="3140"/>
                  </a:lnTo>
                  <a:lnTo>
                    <a:pt x="403" y="3229"/>
                  </a:lnTo>
                  <a:lnTo>
                    <a:pt x="771" y="5419"/>
                  </a:lnTo>
                  <a:lnTo>
                    <a:pt x="1040" y="5486"/>
                  </a:lnTo>
                  <a:lnTo>
                    <a:pt x="1375" y="5565"/>
                  </a:lnTo>
                  <a:lnTo>
                    <a:pt x="1598" y="5598"/>
                  </a:lnTo>
                  <a:lnTo>
                    <a:pt x="1989" y="5699"/>
                  </a:lnTo>
                  <a:lnTo>
                    <a:pt x="2101" y="5319"/>
                  </a:lnTo>
                  <a:lnTo>
                    <a:pt x="2157" y="5140"/>
                  </a:lnTo>
                  <a:lnTo>
                    <a:pt x="2224" y="4950"/>
                  </a:lnTo>
                  <a:lnTo>
                    <a:pt x="2447" y="4972"/>
                  </a:lnTo>
                  <a:lnTo>
                    <a:pt x="3174" y="5062"/>
                  </a:lnTo>
                  <a:lnTo>
                    <a:pt x="3475" y="5084"/>
                  </a:lnTo>
                  <a:lnTo>
                    <a:pt x="3621" y="5151"/>
                  </a:lnTo>
                  <a:lnTo>
                    <a:pt x="4135" y="5397"/>
                  </a:lnTo>
                  <a:lnTo>
                    <a:pt x="4224" y="5430"/>
                  </a:lnTo>
                  <a:lnTo>
                    <a:pt x="4347" y="5408"/>
                  </a:lnTo>
                  <a:lnTo>
                    <a:pt x="4570" y="5352"/>
                  </a:lnTo>
                  <a:lnTo>
                    <a:pt x="5643" y="5118"/>
                  </a:lnTo>
                  <a:lnTo>
                    <a:pt x="5933" y="5039"/>
                  </a:lnTo>
                  <a:lnTo>
                    <a:pt x="5967" y="5062"/>
                  </a:lnTo>
                  <a:lnTo>
                    <a:pt x="5520" y="2380"/>
                  </a:lnTo>
                  <a:lnTo>
                    <a:pt x="5509" y="2291"/>
                  </a:lnTo>
                  <a:lnTo>
                    <a:pt x="5486" y="2190"/>
                  </a:lnTo>
                  <a:lnTo>
                    <a:pt x="5453" y="1956"/>
                  </a:lnTo>
                  <a:lnTo>
                    <a:pt x="5431" y="1877"/>
                  </a:lnTo>
                  <a:lnTo>
                    <a:pt x="5419" y="1777"/>
                  </a:lnTo>
                  <a:lnTo>
                    <a:pt x="5174" y="269"/>
                  </a:lnTo>
                  <a:lnTo>
                    <a:pt x="5151" y="168"/>
                  </a:lnTo>
                  <a:lnTo>
                    <a:pt x="5140" y="112"/>
                  </a:lnTo>
                  <a:lnTo>
                    <a:pt x="5129" y="56"/>
                  </a:lnTo>
                  <a:lnTo>
                    <a:pt x="5129" y="12"/>
                  </a:lnTo>
                  <a:lnTo>
                    <a:pt x="5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46"/>
            <p:cNvSpPr/>
            <p:nvPr/>
          </p:nvSpPr>
          <p:spPr>
            <a:xfrm>
              <a:off x="3906625" y="2516700"/>
              <a:ext cx="256450" cy="47000"/>
            </a:xfrm>
            <a:custGeom>
              <a:avLst/>
              <a:gdLst/>
              <a:ahLst/>
              <a:cxnLst/>
              <a:rect l="l" t="t" r="r" b="b"/>
              <a:pathLst>
                <a:path w="5129" h="940" extrusionOk="0">
                  <a:moveTo>
                    <a:pt x="5107" y="1"/>
                  </a:moveTo>
                  <a:lnTo>
                    <a:pt x="1" y="850"/>
                  </a:lnTo>
                  <a:lnTo>
                    <a:pt x="12" y="939"/>
                  </a:lnTo>
                  <a:lnTo>
                    <a:pt x="5129" y="90"/>
                  </a:lnTo>
                  <a:lnTo>
                    <a:pt x="510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6"/>
            <p:cNvSpPr/>
            <p:nvPr/>
          </p:nvSpPr>
          <p:spPr>
            <a:xfrm>
              <a:off x="3978125" y="2559750"/>
              <a:ext cx="142500" cy="115650"/>
            </a:xfrm>
            <a:custGeom>
              <a:avLst/>
              <a:gdLst/>
              <a:ahLst/>
              <a:cxnLst/>
              <a:rect l="l" t="t" r="r" b="b"/>
              <a:pathLst>
                <a:path w="2850" h="2313" extrusionOk="0">
                  <a:moveTo>
                    <a:pt x="1445" y="0"/>
                  </a:moveTo>
                  <a:cubicBezTo>
                    <a:pt x="1367" y="0"/>
                    <a:pt x="1287" y="8"/>
                    <a:pt x="1207" y="23"/>
                  </a:cubicBezTo>
                  <a:cubicBezTo>
                    <a:pt x="895" y="78"/>
                    <a:pt x="615" y="224"/>
                    <a:pt x="403" y="469"/>
                  </a:cubicBezTo>
                  <a:cubicBezTo>
                    <a:pt x="135" y="771"/>
                    <a:pt x="1" y="1196"/>
                    <a:pt x="68" y="1620"/>
                  </a:cubicBezTo>
                  <a:cubicBezTo>
                    <a:pt x="90" y="1821"/>
                    <a:pt x="180" y="2000"/>
                    <a:pt x="280" y="2168"/>
                  </a:cubicBezTo>
                  <a:lnTo>
                    <a:pt x="336" y="2000"/>
                  </a:lnTo>
                  <a:lnTo>
                    <a:pt x="392" y="1810"/>
                  </a:lnTo>
                  <a:lnTo>
                    <a:pt x="615" y="1833"/>
                  </a:lnTo>
                  <a:lnTo>
                    <a:pt x="1341" y="1922"/>
                  </a:lnTo>
                  <a:lnTo>
                    <a:pt x="1643" y="1967"/>
                  </a:lnTo>
                  <a:lnTo>
                    <a:pt x="1788" y="2034"/>
                  </a:lnTo>
                  <a:lnTo>
                    <a:pt x="2302" y="2268"/>
                  </a:lnTo>
                  <a:lnTo>
                    <a:pt x="2381" y="2313"/>
                  </a:lnTo>
                  <a:lnTo>
                    <a:pt x="2515" y="2279"/>
                  </a:lnTo>
                  <a:cubicBezTo>
                    <a:pt x="2582" y="2190"/>
                    <a:pt x="2649" y="2090"/>
                    <a:pt x="2693" y="1989"/>
                  </a:cubicBezTo>
                  <a:cubicBezTo>
                    <a:pt x="2805" y="1710"/>
                    <a:pt x="2850" y="1442"/>
                    <a:pt x="2805" y="1162"/>
                  </a:cubicBezTo>
                  <a:cubicBezTo>
                    <a:pt x="2760" y="883"/>
                    <a:pt x="2638" y="648"/>
                    <a:pt x="2459" y="458"/>
                  </a:cubicBezTo>
                  <a:cubicBezTo>
                    <a:pt x="2198" y="179"/>
                    <a:pt x="1837" y="0"/>
                    <a:pt x="1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6"/>
            <p:cNvSpPr/>
            <p:nvPr/>
          </p:nvSpPr>
          <p:spPr>
            <a:xfrm>
              <a:off x="3990425" y="2566150"/>
              <a:ext cx="121850" cy="104800"/>
            </a:xfrm>
            <a:custGeom>
              <a:avLst/>
              <a:gdLst/>
              <a:ahLst/>
              <a:cxnLst/>
              <a:rect l="l" t="t" r="r" b="b"/>
              <a:pathLst>
                <a:path w="2437" h="2096" extrusionOk="0">
                  <a:moveTo>
                    <a:pt x="1172" y="1033"/>
                  </a:moveTo>
                  <a:cubicBezTo>
                    <a:pt x="1287" y="1033"/>
                    <a:pt x="1387" y="1119"/>
                    <a:pt x="1408" y="1235"/>
                  </a:cubicBezTo>
                  <a:cubicBezTo>
                    <a:pt x="1431" y="1358"/>
                    <a:pt x="1341" y="1481"/>
                    <a:pt x="1218" y="1503"/>
                  </a:cubicBezTo>
                  <a:cubicBezTo>
                    <a:pt x="1211" y="1504"/>
                    <a:pt x="1204" y="1504"/>
                    <a:pt x="1198" y="1504"/>
                  </a:cubicBezTo>
                  <a:cubicBezTo>
                    <a:pt x="1082" y="1504"/>
                    <a:pt x="971" y="1418"/>
                    <a:pt x="950" y="1302"/>
                  </a:cubicBezTo>
                  <a:cubicBezTo>
                    <a:pt x="939" y="1179"/>
                    <a:pt x="1017" y="1068"/>
                    <a:pt x="1151" y="1034"/>
                  </a:cubicBezTo>
                  <a:cubicBezTo>
                    <a:pt x="1158" y="1034"/>
                    <a:pt x="1165" y="1033"/>
                    <a:pt x="1172" y="1033"/>
                  </a:cubicBezTo>
                  <a:close/>
                  <a:moveTo>
                    <a:pt x="1157" y="0"/>
                  </a:moveTo>
                  <a:cubicBezTo>
                    <a:pt x="993" y="0"/>
                    <a:pt x="831" y="46"/>
                    <a:pt x="682" y="129"/>
                  </a:cubicBezTo>
                  <a:cubicBezTo>
                    <a:pt x="593" y="185"/>
                    <a:pt x="481" y="252"/>
                    <a:pt x="380" y="330"/>
                  </a:cubicBezTo>
                  <a:cubicBezTo>
                    <a:pt x="559" y="531"/>
                    <a:pt x="738" y="788"/>
                    <a:pt x="939" y="1034"/>
                  </a:cubicBezTo>
                  <a:cubicBezTo>
                    <a:pt x="894" y="1090"/>
                    <a:pt x="850" y="1179"/>
                    <a:pt x="872" y="1258"/>
                  </a:cubicBezTo>
                  <a:cubicBezTo>
                    <a:pt x="682" y="1302"/>
                    <a:pt x="514" y="1336"/>
                    <a:pt x="347" y="1392"/>
                  </a:cubicBezTo>
                  <a:cubicBezTo>
                    <a:pt x="224" y="1414"/>
                    <a:pt x="112" y="1459"/>
                    <a:pt x="1" y="1503"/>
                  </a:cubicBezTo>
                  <a:cubicBezTo>
                    <a:pt x="34" y="1615"/>
                    <a:pt x="56" y="1727"/>
                    <a:pt x="112" y="1839"/>
                  </a:cubicBezTo>
                  <a:lnTo>
                    <a:pt x="112" y="1850"/>
                  </a:lnTo>
                  <a:lnTo>
                    <a:pt x="168" y="1649"/>
                  </a:lnTo>
                  <a:lnTo>
                    <a:pt x="392" y="1682"/>
                  </a:lnTo>
                  <a:lnTo>
                    <a:pt x="1118" y="1760"/>
                  </a:lnTo>
                  <a:cubicBezTo>
                    <a:pt x="1129" y="1705"/>
                    <a:pt x="1163" y="1649"/>
                    <a:pt x="1174" y="1593"/>
                  </a:cubicBezTo>
                  <a:lnTo>
                    <a:pt x="1252" y="1593"/>
                  </a:lnTo>
                  <a:cubicBezTo>
                    <a:pt x="1285" y="1593"/>
                    <a:pt x="1308" y="1582"/>
                    <a:pt x="1341" y="1570"/>
                  </a:cubicBezTo>
                  <a:cubicBezTo>
                    <a:pt x="1431" y="1671"/>
                    <a:pt x="1498" y="1760"/>
                    <a:pt x="1565" y="1861"/>
                  </a:cubicBezTo>
                  <a:lnTo>
                    <a:pt x="2079" y="2096"/>
                  </a:lnTo>
                  <a:cubicBezTo>
                    <a:pt x="2112" y="2084"/>
                    <a:pt x="2123" y="2062"/>
                    <a:pt x="2135" y="2040"/>
                  </a:cubicBezTo>
                  <a:cubicBezTo>
                    <a:pt x="2280" y="1895"/>
                    <a:pt x="2380" y="1705"/>
                    <a:pt x="2403" y="1515"/>
                  </a:cubicBezTo>
                  <a:cubicBezTo>
                    <a:pt x="2403" y="1515"/>
                    <a:pt x="2414" y="1481"/>
                    <a:pt x="2414" y="1459"/>
                  </a:cubicBezTo>
                  <a:cubicBezTo>
                    <a:pt x="2436" y="1336"/>
                    <a:pt x="2436" y="1224"/>
                    <a:pt x="2414" y="1112"/>
                  </a:cubicBezTo>
                  <a:lnTo>
                    <a:pt x="2347" y="1112"/>
                  </a:lnTo>
                  <a:cubicBezTo>
                    <a:pt x="2079" y="1112"/>
                    <a:pt x="1799" y="1135"/>
                    <a:pt x="1509" y="1168"/>
                  </a:cubicBezTo>
                  <a:cubicBezTo>
                    <a:pt x="1487" y="1090"/>
                    <a:pt x="1442" y="1023"/>
                    <a:pt x="1375" y="978"/>
                  </a:cubicBezTo>
                  <a:cubicBezTo>
                    <a:pt x="1498" y="688"/>
                    <a:pt x="1609" y="397"/>
                    <a:pt x="1665" y="118"/>
                  </a:cubicBezTo>
                  <a:cubicBezTo>
                    <a:pt x="1565" y="73"/>
                    <a:pt x="1453" y="51"/>
                    <a:pt x="1330" y="17"/>
                  </a:cubicBezTo>
                  <a:cubicBezTo>
                    <a:pt x="1272" y="6"/>
                    <a:pt x="1215" y="0"/>
                    <a:pt x="11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6"/>
            <p:cNvSpPr/>
            <p:nvPr/>
          </p:nvSpPr>
          <p:spPr>
            <a:xfrm>
              <a:off x="3888775" y="2407800"/>
              <a:ext cx="257000" cy="50300"/>
            </a:xfrm>
            <a:custGeom>
              <a:avLst/>
              <a:gdLst/>
              <a:ahLst/>
              <a:cxnLst/>
              <a:rect l="l" t="t" r="r" b="b"/>
              <a:pathLst>
                <a:path w="5140" h="1006" extrusionOk="0">
                  <a:moveTo>
                    <a:pt x="5106" y="0"/>
                  </a:moveTo>
                  <a:lnTo>
                    <a:pt x="0" y="849"/>
                  </a:lnTo>
                  <a:lnTo>
                    <a:pt x="22" y="1006"/>
                  </a:lnTo>
                  <a:cubicBezTo>
                    <a:pt x="503" y="961"/>
                    <a:pt x="1475" y="816"/>
                    <a:pt x="2592" y="626"/>
                  </a:cubicBezTo>
                  <a:cubicBezTo>
                    <a:pt x="3709" y="447"/>
                    <a:pt x="4670" y="268"/>
                    <a:pt x="5140" y="157"/>
                  </a:cubicBezTo>
                  <a:lnTo>
                    <a:pt x="5106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6"/>
            <p:cNvSpPr/>
            <p:nvPr/>
          </p:nvSpPr>
          <p:spPr>
            <a:xfrm>
              <a:off x="3871975" y="2399950"/>
              <a:ext cx="287750" cy="54450"/>
            </a:xfrm>
            <a:custGeom>
              <a:avLst/>
              <a:gdLst/>
              <a:ahLst/>
              <a:cxnLst/>
              <a:rect l="l" t="t" r="r" b="b"/>
              <a:pathLst>
                <a:path w="5755" h="1089" extrusionOk="0">
                  <a:moveTo>
                    <a:pt x="5721" y="1"/>
                  </a:moveTo>
                  <a:lnTo>
                    <a:pt x="1" y="973"/>
                  </a:lnTo>
                  <a:lnTo>
                    <a:pt x="12" y="1084"/>
                  </a:lnTo>
                  <a:cubicBezTo>
                    <a:pt x="13" y="1087"/>
                    <a:pt x="23" y="1089"/>
                    <a:pt x="42" y="1089"/>
                  </a:cubicBezTo>
                  <a:cubicBezTo>
                    <a:pt x="245" y="1089"/>
                    <a:pt x="1443" y="928"/>
                    <a:pt x="2883" y="693"/>
                  </a:cubicBezTo>
                  <a:cubicBezTo>
                    <a:pt x="4470" y="425"/>
                    <a:pt x="5755" y="168"/>
                    <a:pt x="5733" y="112"/>
                  </a:cubicBezTo>
                  <a:lnTo>
                    <a:pt x="57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6"/>
            <p:cNvSpPr/>
            <p:nvPr/>
          </p:nvSpPr>
          <p:spPr>
            <a:xfrm>
              <a:off x="3871975" y="2398900"/>
              <a:ext cx="286650" cy="49100"/>
            </a:xfrm>
            <a:custGeom>
              <a:avLst/>
              <a:gdLst/>
              <a:ahLst/>
              <a:cxnLst/>
              <a:rect l="l" t="t" r="r" b="b"/>
              <a:pathLst>
                <a:path w="5733" h="982" extrusionOk="0">
                  <a:moveTo>
                    <a:pt x="5672" y="0"/>
                  </a:moveTo>
                  <a:cubicBezTo>
                    <a:pt x="5399" y="0"/>
                    <a:pt x="4242" y="167"/>
                    <a:pt x="2861" y="402"/>
                  </a:cubicBezTo>
                  <a:cubicBezTo>
                    <a:pt x="1263" y="681"/>
                    <a:pt x="1" y="938"/>
                    <a:pt x="12" y="971"/>
                  </a:cubicBezTo>
                  <a:cubicBezTo>
                    <a:pt x="13" y="978"/>
                    <a:pt x="34" y="982"/>
                    <a:pt x="73" y="982"/>
                  </a:cubicBezTo>
                  <a:cubicBezTo>
                    <a:pt x="346" y="982"/>
                    <a:pt x="1503" y="815"/>
                    <a:pt x="2883" y="580"/>
                  </a:cubicBezTo>
                  <a:cubicBezTo>
                    <a:pt x="4470" y="323"/>
                    <a:pt x="5733" y="66"/>
                    <a:pt x="5733" y="11"/>
                  </a:cubicBezTo>
                  <a:cubicBezTo>
                    <a:pt x="5731" y="4"/>
                    <a:pt x="5710" y="0"/>
                    <a:pt x="56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6"/>
            <p:cNvSpPr/>
            <p:nvPr/>
          </p:nvSpPr>
          <p:spPr>
            <a:xfrm>
              <a:off x="3890425" y="2494950"/>
              <a:ext cx="284400" cy="65450"/>
            </a:xfrm>
            <a:custGeom>
              <a:avLst/>
              <a:gdLst/>
              <a:ahLst/>
              <a:cxnLst/>
              <a:rect l="l" t="t" r="r" b="b"/>
              <a:pathLst>
                <a:path w="5688" h="1309" extrusionOk="0">
                  <a:moveTo>
                    <a:pt x="5453" y="0"/>
                  </a:moveTo>
                  <a:lnTo>
                    <a:pt x="168" y="883"/>
                  </a:lnTo>
                  <a:cubicBezTo>
                    <a:pt x="68" y="894"/>
                    <a:pt x="1" y="1006"/>
                    <a:pt x="23" y="1117"/>
                  </a:cubicBezTo>
                  <a:cubicBezTo>
                    <a:pt x="33" y="1223"/>
                    <a:pt x="133" y="1308"/>
                    <a:pt x="229" y="1308"/>
                  </a:cubicBezTo>
                  <a:cubicBezTo>
                    <a:pt x="235" y="1308"/>
                    <a:pt x="241" y="1308"/>
                    <a:pt x="246" y="1307"/>
                  </a:cubicBezTo>
                  <a:lnTo>
                    <a:pt x="5520" y="425"/>
                  </a:lnTo>
                  <a:cubicBezTo>
                    <a:pt x="5621" y="402"/>
                    <a:pt x="5688" y="302"/>
                    <a:pt x="5676" y="190"/>
                  </a:cubicBezTo>
                  <a:cubicBezTo>
                    <a:pt x="5665" y="112"/>
                    <a:pt x="5632" y="78"/>
                    <a:pt x="5587" y="45"/>
                  </a:cubicBezTo>
                  <a:cubicBezTo>
                    <a:pt x="5554" y="22"/>
                    <a:pt x="5487" y="0"/>
                    <a:pt x="5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6"/>
            <p:cNvSpPr/>
            <p:nvPr/>
          </p:nvSpPr>
          <p:spPr>
            <a:xfrm>
              <a:off x="3902725" y="2491000"/>
              <a:ext cx="255900" cy="47550"/>
            </a:xfrm>
            <a:custGeom>
              <a:avLst/>
              <a:gdLst/>
              <a:ahLst/>
              <a:cxnLst/>
              <a:rect l="l" t="t" r="r" b="b"/>
              <a:pathLst>
                <a:path w="5118" h="951" extrusionOk="0">
                  <a:moveTo>
                    <a:pt x="5106" y="1"/>
                  </a:moveTo>
                  <a:lnTo>
                    <a:pt x="0" y="861"/>
                  </a:lnTo>
                  <a:lnTo>
                    <a:pt x="12" y="951"/>
                  </a:lnTo>
                  <a:lnTo>
                    <a:pt x="5118" y="101"/>
                  </a:lnTo>
                  <a:lnTo>
                    <a:pt x="5106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3929525" y="2452450"/>
              <a:ext cx="79950" cy="234700"/>
            </a:xfrm>
            <a:custGeom>
              <a:avLst/>
              <a:gdLst/>
              <a:ahLst/>
              <a:cxnLst/>
              <a:rect l="l" t="t" r="r" b="b"/>
              <a:pathLst>
                <a:path w="1599" h="4694" extrusionOk="0">
                  <a:moveTo>
                    <a:pt x="928" y="1"/>
                  </a:moveTo>
                  <a:lnTo>
                    <a:pt x="1" y="157"/>
                  </a:lnTo>
                  <a:lnTo>
                    <a:pt x="749" y="4593"/>
                  </a:lnTo>
                  <a:lnTo>
                    <a:pt x="1140" y="4694"/>
                  </a:lnTo>
                  <a:lnTo>
                    <a:pt x="1252" y="4314"/>
                  </a:lnTo>
                  <a:lnTo>
                    <a:pt x="1308" y="4135"/>
                  </a:lnTo>
                  <a:lnTo>
                    <a:pt x="1375" y="3945"/>
                  </a:lnTo>
                  <a:lnTo>
                    <a:pt x="1598" y="3967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6"/>
            <p:cNvSpPr/>
            <p:nvPr/>
          </p:nvSpPr>
          <p:spPr>
            <a:xfrm>
              <a:off x="3903825" y="2461400"/>
              <a:ext cx="52000" cy="219050"/>
            </a:xfrm>
            <a:custGeom>
              <a:avLst/>
              <a:gdLst/>
              <a:ahLst/>
              <a:cxnLst/>
              <a:rect l="l" t="t" r="r" b="b"/>
              <a:pathLst>
                <a:path w="1040" h="4381" extrusionOk="0">
                  <a:moveTo>
                    <a:pt x="314" y="1"/>
                  </a:moveTo>
                  <a:lnTo>
                    <a:pt x="1" y="57"/>
                  </a:lnTo>
                  <a:lnTo>
                    <a:pt x="705" y="4302"/>
                  </a:lnTo>
                  <a:lnTo>
                    <a:pt x="1040" y="4381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6"/>
            <p:cNvSpPr/>
            <p:nvPr/>
          </p:nvSpPr>
          <p:spPr>
            <a:xfrm>
              <a:off x="4076475" y="2426800"/>
              <a:ext cx="92750" cy="243050"/>
            </a:xfrm>
            <a:custGeom>
              <a:avLst/>
              <a:gdLst/>
              <a:ahLst/>
              <a:cxnLst/>
              <a:rect l="l" t="t" r="r" b="b"/>
              <a:pathLst>
                <a:path w="1855" h="4861" extrusionOk="0">
                  <a:moveTo>
                    <a:pt x="1084" y="0"/>
                  </a:moveTo>
                  <a:lnTo>
                    <a:pt x="0" y="179"/>
                  </a:lnTo>
                  <a:lnTo>
                    <a:pt x="782" y="4860"/>
                  </a:lnTo>
                  <a:lnTo>
                    <a:pt x="1855" y="4626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8" name="Google Shape;1128;p46"/>
          <p:cNvGrpSpPr/>
          <p:nvPr/>
        </p:nvGrpSpPr>
        <p:grpSpPr>
          <a:xfrm>
            <a:off x="8307295" y="5154032"/>
            <a:ext cx="463008" cy="395897"/>
            <a:chOff x="2082625" y="3516200"/>
            <a:chExt cx="371000" cy="317225"/>
          </a:xfrm>
        </p:grpSpPr>
        <p:sp>
          <p:nvSpPr>
            <p:cNvPr id="1129" name="Google Shape;1129;p46"/>
            <p:cNvSpPr/>
            <p:nvPr/>
          </p:nvSpPr>
          <p:spPr>
            <a:xfrm>
              <a:off x="2113375" y="3757975"/>
              <a:ext cx="340250" cy="75450"/>
            </a:xfrm>
            <a:custGeom>
              <a:avLst/>
              <a:gdLst/>
              <a:ahLst/>
              <a:cxnLst/>
              <a:rect l="l" t="t" r="r" b="b"/>
              <a:pathLst>
                <a:path w="6805" h="1509" extrusionOk="0">
                  <a:moveTo>
                    <a:pt x="5710" y="0"/>
                  </a:moveTo>
                  <a:lnTo>
                    <a:pt x="425" y="224"/>
                  </a:lnTo>
                  <a:lnTo>
                    <a:pt x="0" y="727"/>
                  </a:lnTo>
                  <a:lnTo>
                    <a:pt x="1520" y="1464"/>
                  </a:lnTo>
                  <a:lnTo>
                    <a:pt x="3352" y="1509"/>
                  </a:lnTo>
                  <a:lnTo>
                    <a:pt x="4201" y="984"/>
                  </a:lnTo>
                  <a:lnTo>
                    <a:pt x="6805" y="492"/>
                  </a:lnTo>
                  <a:lnTo>
                    <a:pt x="5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6"/>
            <p:cNvSpPr/>
            <p:nvPr/>
          </p:nvSpPr>
          <p:spPr>
            <a:xfrm>
              <a:off x="2098275" y="3519500"/>
              <a:ext cx="297800" cy="284950"/>
            </a:xfrm>
            <a:custGeom>
              <a:avLst/>
              <a:gdLst/>
              <a:ahLst/>
              <a:cxnLst/>
              <a:rect l="l" t="t" r="r" b="b"/>
              <a:pathLst>
                <a:path w="5956" h="5699" extrusionOk="0">
                  <a:moveTo>
                    <a:pt x="5118" y="0"/>
                  </a:moveTo>
                  <a:lnTo>
                    <a:pt x="1" y="850"/>
                  </a:lnTo>
                  <a:lnTo>
                    <a:pt x="12" y="850"/>
                  </a:lnTo>
                  <a:lnTo>
                    <a:pt x="12" y="894"/>
                  </a:lnTo>
                  <a:lnTo>
                    <a:pt x="23" y="961"/>
                  </a:lnTo>
                  <a:lnTo>
                    <a:pt x="23" y="1017"/>
                  </a:lnTo>
                  <a:lnTo>
                    <a:pt x="56" y="1118"/>
                  </a:lnTo>
                  <a:lnTo>
                    <a:pt x="302" y="2626"/>
                  </a:lnTo>
                  <a:lnTo>
                    <a:pt x="313" y="2715"/>
                  </a:lnTo>
                  <a:lnTo>
                    <a:pt x="336" y="2805"/>
                  </a:lnTo>
                  <a:lnTo>
                    <a:pt x="369" y="3051"/>
                  </a:lnTo>
                  <a:lnTo>
                    <a:pt x="392" y="3140"/>
                  </a:lnTo>
                  <a:lnTo>
                    <a:pt x="403" y="3229"/>
                  </a:lnTo>
                  <a:lnTo>
                    <a:pt x="760" y="5419"/>
                  </a:lnTo>
                  <a:lnTo>
                    <a:pt x="1028" y="5475"/>
                  </a:lnTo>
                  <a:lnTo>
                    <a:pt x="1364" y="5565"/>
                  </a:lnTo>
                  <a:lnTo>
                    <a:pt x="1587" y="5598"/>
                  </a:lnTo>
                  <a:lnTo>
                    <a:pt x="1978" y="5699"/>
                  </a:lnTo>
                  <a:lnTo>
                    <a:pt x="2090" y="5308"/>
                  </a:lnTo>
                  <a:lnTo>
                    <a:pt x="2146" y="5140"/>
                  </a:lnTo>
                  <a:lnTo>
                    <a:pt x="2213" y="4950"/>
                  </a:lnTo>
                  <a:lnTo>
                    <a:pt x="2436" y="4972"/>
                  </a:lnTo>
                  <a:lnTo>
                    <a:pt x="3162" y="5039"/>
                  </a:lnTo>
                  <a:lnTo>
                    <a:pt x="3475" y="5084"/>
                  </a:lnTo>
                  <a:lnTo>
                    <a:pt x="3609" y="5151"/>
                  </a:lnTo>
                  <a:lnTo>
                    <a:pt x="4135" y="5397"/>
                  </a:lnTo>
                  <a:lnTo>
                    <a:pt x="4213" y="5431"/>
                  </a:lnTo>
                  <a:lnTo>
                    <a:pt x="4336" y="5408"/>
                  </a:lnTo>
                  <a:lnTo>
                    <a:pt x="4559" y="5352"/>
                  </a:lnTo>
                  <a:lnTo>
                    <a:pt x="5643" y="5095"/>
                  </a:lnTo>
                  <a:lnTo>
                    <a:pt x="5933" y="5039"/>
                  </a:lnTo>
                  <a:lnTo>
                    <a:pt x="5956" y="5062"/>
                  </a:lnTo>
                  <a:lnTo>
                    <a:pt x="5509" y="2369"/>
                  </a:lnTo>
                  <a:lnTo>
                    <a:pt x="5498" y="2280"/>
                  </a:lnTo>
                  <a:lnTo>
                    <a:pt x="5486" y="2190"/>
                  </a:lnTo>
                  <a:lnTo>
                    <a:pt x="5442" y="1956"/>
                  </a:lnTo>
                  <a:lnTo>
                    <a:pt x="5431" y="1855"/>
                  </a:lnTo>
                  <a:lnTo>
                    <a:pt x="5419" y="1777"/>
                  </a:lnTo>
                  <a:lnTo>
                    <a:pt x="5162" y="269"/>
                  </a:lnTo>
                  <a:lnTo>
                    <a:pt x="5151" y="168"/>
                  </a:lnTo>
                  <a:lnTo>
                    <a:pt x="5140" y="112"/>
                  </a:lnTo>
                  <a:lnTo>
                    <a:pt x="5118" y="45"/>
                  </a:lnTo>
                  <a:lnTo>
                    <a:pt x="5118" y="12"/>
                  </a:lnTo>
                  <a:lnTo>
                    <a:pt x="5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6"/>
            <p:cNvSpPr/>
            <p:nvPr/>
          </p:nvSpPr>
          <p:spPr>
            <a:xfrm>
              <a:off x="2188775" y="3677050"/>
              <a:ext cx="142500" cy="115700"/>
            </a:xfrm>
            <a:custGeom>
              <a:avLst/>
              <a:gdLst/>
              <a:ahLst/>
              <a:cxnLst/>
              <a:rect l="l" t="t" r="r" b="b"/>
              <a:pathLst>
                <a:path w="2850" h="2314" extrusionOk="0">
                  <a:moveTo>
                    <a:pt x="1452" y="1"/>
                  </a:moveTo>
                  <a:cubicBezTo>
                    <a:pt x="1375" y="1"/>
                    <a:pt x="1297" y="8"/>
                    <a:pt x="1218" y="23"/>
                  </a:cubicBezTo>
                  <a:cubicBezTo>
                    <a:pt x="894" y="78"/>
                    <a:pt x="615" y="235"/>
                    <a:pt x="403" y="469"/>
                  </a:cubicBezTo>
                  <a:cubicBezTo>
                    <a:pt x="146" y="771"/>
                    <a:pt x="1" y="1196"/>
                    <a:pt x="68" y="1631"/>
                  </a:cubicBezTo>
                  <a:cubicBezTo>
                    <a:pt x="101" y="1821"/>
                    <a:pt x="179" y="2000"/>
                    <a:pt x="280" y="2168"/>
                  </a:cubicBezTo>
                  <a:lnTo>
                    <a:pt x="336" y="2000"/>
                  </a:lnTo>
                  <a:lnTo>
                    <a:pt x="392" y="1810"/>
                  </a:lnTo>
                  <a:lnTo>
                    <a:pt x="615" y="1833"/>
                  </a:lnTo>
                  <a:lnTo>
                    <a:pt x="1341" y="1922"/>
                  </a:lnTo>
                  <a:lnTo>
                    <a:pt x="1654" y="1967"/>
                  </a:lnTo>
                  <a:lnTo>
                    <a:pt x="1788" y="2034"/>
                  </a:lnTo>
                  <a:lnTo>
                    <a:pt x="2302" y="2268"/>
                  </a:lnTo>
                  <a:lnTo>
                    <a:pt x="2392" y="2313"/>
                  </a:lnTo>
                  <a:lnTo>
                    <a:pt x="2514" y="2280"/>
                  </a:lnTo>
                  <a:cubicBezTo>
                    <a:pt x="2582" y="2179"/>
                    <a:pt x="2637" y="2090"/>
                    <a:pt x="2693" y="1989"/>
                  </a:cubicBezTo>
                  <a:cubicBezTo>
                    <a:pt x="2805" y="1710"/>
                    <a:pt x="2850" y="1442"/>
                    <a:pt x="2805" y="1162"/>
                  </a:cubicBezTo>
                  <a:cubicBezTo>
                    <a:pt x="2771" y="883"/>
                    <a:pt x="2637" y="648"/>
                    <a:pt x="2459" y="458"/>
                  </a:cubicBezTo>
                  <a:cubicBezTo>
                    <a:pt x="2207" y="179"/>
                    <a:pt x="1839" y="1"/>
                    <a:pt x="14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6"/>
            <p:cNvSpPr/>
            <p:nvPr/>
          </p:nvSpPr>
          <p:spPr>
            <a:xfrm>
              <a:off x="2099375" y="3525100"/>
              <a:ext cx="257050" cy="50300"/>
            </a:xfrm>
            <a:custGeom>
              <a:avLst/>
              <a:gdLst/>
              <a:ahLst/>
              <a:cxnLst/>
              <a:rect l="l" t="t" r="r" b="b"/>
              <a:pathLst>
                <a:path w="5141" h="1006" extrusionOk="0">
                  <a:moveTo>
                    <a:pt x="5118" y="0"/>
                  </a:moveTo>
                  <a:lnTo>
                    <a:pt x="1" y="849"/>
                  </a:lnTo>
                  <a:lnTo>
                    <a:pt x="34" y="1006"/>
                  </a:lnTo>
                  <a:cubicBezTo>
                    <a:pt x="504" y="961"/>
                    <a:pt x="1487" y="816"/>
                    <a:pt x="2604" y="626"/>
                  </a:cubicBezTo>
                  <a:cubicBezTo>
                    <a:pt x="3721" y="447"/>
                    <a:pt x="4682" y="268"/>
                    <a:pt x="5140" y="157"/>
                  </a:cubicBezTo>
                  <a:lnTo>
                    <a:pt x="5118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6"/>
            <p:cNvSpPr/>
            <p:nvPr/>
          </p:nvSpPr>
          <p:spPr>
            <a:xfrm>
              <a:off x="2117275" y="3633450"/>
              <a:ext cx="256450" cy="47550"/>
            </a:xfrm>
            <a:custGeom>
              <a:avLst/>
              <a:gdLst/>
              <a:ahLst/>
              <a:cxnLst/>
              <a:rect l="l" t="t" r="r" b="b"/>
              <a:pathLst>
                <a:path w="5129" h="951" extrusionOk="0">
                  <a:moveTo>
                    <a:pt x="5118" y="1"/>
                  </a:moveTo>
                  <a:lnTo>
                    <a:pt x="0" y="861"/>
                  </a:lnTo>
                  <a:lnTo>
                    <a:pt x="23" y="950"/>
                  </a:lnTo>
                  <a:lnTo>
                    <a:pt x="5129" y="101"/>
                  </a:lnTo>
                  <a:lnTo>
                    <a:pt x="5118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46"/>
            <p:cNvSpPr/>
            <p:nvPr/>
          </p:nvSpPr>
          <p:spPr>
            <a:xfrm>
              <a:off x="2113375" y="3607750"/>
              <a:ext cx="256450" cy="47550"/>
            </a:xfrm>
            <a:custGeom>
              <a:avLst/>
              <a:gdLst/>
              <a:ahLst/>
              <a:cxnLst/>
              <a:rect l="l" t="t" r="r" b="b"/>
              <a:pathLst>
                <a:path w="5129" h="951" extrusionOk="0">
                  <a:moveTo>
                    <a:pt x="5106" y="1"/>
                  </a:moveTo>
                  <a:lnTo>
                    <a:pt x="0" y="850"/>
                  </a:lnTo>
                  <a:lnTo>
                    <a:pt x="11" y="950"/>
                  </a:lnTo>
                  <a:lnTo>
                    <a:pt x="5129" y="101"/>
                  </a:lnTo>
                  <a:lnTo>
                    <a:pt x="5106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46"/>
            <p:cNvSpPr/>
            <p:nvPr/>
          </p:nvSpPr>
          <p:spPr>
            <a:xfrm>
              <a:off x="2082625" y="3517250"/>
              <a:ext cx="287750" cy="54450"/>
            </a:xfrm>
            <a:custGeom>
              <a:avLst/>
              <a:gdLst/>
              <a:ahLst/>
              <a:cxnLst/>
              <a:rect l="l" t="t" r="r" b="b"/>
              <a:pathLst>
                <a:path w="5755" h="1089" extrusionOk="0">
                  <a:moveTo>
                    <a:pt x="5732" y="1"/>
                  </a:moveTo>
                  <a:lnTo>
                    <a:pt x="1" y="973"/>
                  </a:lnTo>
                  <a:lnTo>
                    <a:pt x="12" y="1085"/>
                  </a:lnTo>
                  <a:cubicBezTo>
                    <a:pt x="14" y="1087"/>
                    <a:pt x="25" y="1089"/>
                    <a:pt x="45" y="1089"/>
                  </a:cubicBezTo>
                  <a:cubicBezTo>
                    <a:pt x="256" y="1089"/>
                    <a:pt x="1454" y="929"/>
                    <a:pt x="2894" y="693"/>
                  </a:cubicBezTo>
                  <a:cubicBezTo>
                    <a:pt x="4470" y="425"/>
                    <a:pt x="5755" y="168"/>
                    <a:pt x="5744" y="112"/>
                  </a:cubicBezTo>
                  <a:lnTo>
                    <a:pt x="57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6"/>
            <p:cNvSpPr/>
            <p:nvPr/>
          </p:nvSpPr>
          <p:spPr>
            <a:xfrm>
              <a:off x="2082625" y="3516200"/>
              <a:ext cx="287200" cy="49100"/>
            </a:xfrm>
            <a:custGeom>
              <a:avLst/>
              <a:gdLst/>
              <a:ahLst/>
              <a:cxnLst/>
              <a:rect l="l" t="t" r="r" b="b"/>
              <a:pathLst>
                <a:path w="5744" h="982" extrusionOk="0">
                  <a:moveTo>
                    <a:pt x="5683" y="0"/>
                  </a:moveTo>
                  <a:cubicBezTo>
                    <a:pt x="5410" y="0"/>
                    <a:pt x="4251" y="167"/>
                    <a:pt x="2861" y="402"/>
                  </a:cubicBezTo>
                  <a:cubicBezTo>
                    <a:pt x="1274" y="670"/>
                    <a:pt x="1" y="938"/>
                    <a:pt x="12" y="971"/>
                  </a:cubicBezTo>
                  <a:cubicBezTo>
                    <a:pt x="15" y="978"/>
                    <a:pt x="37" y="982"/>
                    <a:pt x="76" y="982"/>
                  </a:cubicBezTo>
                  <a:cubicBezTo>
                    <a:pt x="357" y="982"/>
                    <a:pt x="1514" y="815"/>
                    <a:pt x="2894" y="580"/>
                  </a:cubicBezTo>
                  <a:cubicBezTo>
                    <a:pt x="4470" y="323"/>
                    <a:pt x="5744" y="66"/>
                    <a:pt x="5744" y="11"/>
                  </a:cubicBezTo>
                  <a:cubicBezTo>
                    <a:pt x="5742" y="4"/>
                    <a:pt x="5721" y="0"/>
                    <a:pt x="5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6"/>
            <p:cNvSpPr/>
            <p:nvPr/>
          </p:nvSpPr>
          <p:spPr>
            <a:xfrm>
              <a:off x="2101625" y="3611650"/>
              <a:ext cx="284400" cy="65050"/>
            </a:xfrm>
            <a:custGeom>
              <a:avLst/>
              <a:gdLst/>
              <a:ahLst/>
              <a:cxnLst/>
              <a:rect l="l" t="t" r="r" b="b"/>
              <a:pathLst>
                <a:path w="5688" h="1301" extrusionOk="0">
                  <a:moveTo>
                    <a:pt x="5442" y="1"/>
                  </a:moveTo>
                  <a:lnTo>
                    <a:pt x="168" y="884"/>
                  </a:lnTo>
                  <a:cubicBezTo>
                    <a:pt x="68" y="895"/>
                    <a:pt x="1" y="1007"/>
                    <a:pt x="12" y="1118"/>
                  </a:cubicBezTo>
                  <a:cubicBezTo>
                    <a:pt x="22" y="1218"/>
                    <a:pt x="112" y="1301"/>
                    <a:pt x="203" y="1301"/>
                  </a:cubicBezTo>
                  <a:cubicBezTo>
                    <a:pt x="214" y="1301"/>
                    <a:pt x="225" y="1299"/>
                    <a:pt x="235" y="1297"/>
                  </a:cubicBezTo>
                  <a:lnTo>
                    <a:pt x="5520" y="426"/>
                  </a:lnTo>
                  <a:cubicBezTo>
                    <a:pt x="5609" y="403"/>
                    <a:pt x="5688" y="291"/>
                    <a:pt x="5665" y="180"/>
                  </a:cubicBezTo>
                  <a:cubicBezTo>
                    <a:pt x="5654" y="124"/>
                    <a:pt x="5632" y="90"/>
                    <a:pt x="5587" y="46"/>
                  </a:cubicBezTo>
                  <a:cubicBezTo>
                    <a:pt x="5542" y="12"/>
                    <a:pt x="5487" y="1"/>
                    <a:pt x="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46"/>
            <p:cNvSpPr/>
            <p:nvPr/>
          </p:nvSpPr>
          <p:spPr>
            <a:xfrm>
              <a:off x="2201625" y="3683450"/>
              <a:ext cx="121300" cy="104800"/>
            </a:xfrm>
            <a:custGeom>
              <a:avLst/>
              <a:gdLst/>
              <a:ahLst/>
              <a:cxnLst/>
              <a:rect l="l" t="t" r="r" b="b"/>
              <a:pathLst>
                <a:path w="2426" h="2096" extrusionOk="0">
                  <a:moveTo>
                    <a:pt x="1161" y="1033"/>
                  </a:moveTo>
                  <a:cubicBezTo>
                    <a:pt x="1275" y="1033"/>
                    <a:pt x="1377" y="1119"/>
                    <a:pt x="1408" y="1235"/>
                  </a:cubicBezTo>
                  <a:cubicBezTo>
                    <a:pt x="1419" y="1358"/>
                    <a:pt x="1341" y="1470"/>
                    <a:pt x="1207" y="1503"/>
                  </a:cubicBezTo>
                  <a:cubicBezTo>
                    <a:pt x="1200" y="1504"/>
                    <a:pt x="1193" y="1504"/>
                    <a:pt x="1186" y="1504"/>
                  </a:cubicBezTo>
                  <a:cubicBezTo>
                    <a:pt x="1072" y="1504"/>
                    <a:pt x="971" y="1418"/>
                    <a:pt x="950" y="1302"/>
                  </a:cubicBezTo>
                  <a:cubicBezTo>
                    <a:pt x="928" y="1179"/>
                    <a:pt x="1017" y="1068"/>
                    <a:pt x="1140" y="1034"/>
                  </a:cubicBezTo>
                  <a:cubicBezTo>
                    <a:pt x="1147" y="1034"/>
                    <a:pt x="1154" y="1033"/>
                    <a:pt x="1161" y="1033"/>
                  </a:cubicBezTo>
                  <a:close/>
                  <a:moveTo>
                    <a:pt x="1146" y="0"/>
                  </a:moveTo>
                  <a:cubicBezTo>
                    <a:pt x="982" y="0"/>
                    <a:pt x="823" y="46"/>
                    <a:pt x="682" y="129"/>
                  </a:cubicBezTo>
                  <a:cubicBezTo>
                    <a:pt x="582" y="185"/>
                    <a:pt x="470" y="252"/>
                    <a:pt x="369" y="319"/>
                  </a:cubicBezTo>
                  <a:cubicBezTo>
                    <a:pt x="559" y="531"/>
                    <a:pt x="738" y="788"/>
                    <a:pt x="928" y="1034"/>
                  </a:cubicBezTo>
                  <a:cubicBezTo>
                    <a:pt x="894" y="1090"/>
                    <a:pt x="850" y="1179"/>
                    <a:pt x="861" y="1258"/>
                  </a:cubicBezTo>
                  <a:cubicBezTo>
                    <a:pt x="682" y="1302"/>
                    <a:pt x="514" y="1325"/>
                    <a:pt x="347" y="1381"/>
                  </a:cubicBezTo>
                  <a:cubicBezTo>
                    <a:pt x="224" y="1414"/>
                    <a:pt x="112" y="1459"/>
                    <a:pt x="1" y="1492"/>
                  </a:cubicBezTo>
                  <a:cubicBezTo>
                    <a:pt x="23" y="1604"/>
                    <a:pt x="56" y="1716"/>
                    <a:pt x="112" y="1828"/>
                  </a:cubicBezTo>
                  <a:lnTo>
                    <a:pt x="112" y="1850"/>
                  </a:lnTo>
                  <a:lnTo>
                    <a:pt x="168" y="1649"/>
                  </a:lnTo>
                  <a:lnTo>
                    <a:pt x="392" y="1682"/>
                  </a:lnTo>
                  <a:lnTo>
                    <a:pt x="1118" y="1760"/>
                  </a:lnTo>
                  <a:cubicBezTo>
                    <a:pt x="1129" y="1705"/>
                    <a:pt x="1151" y="1649"/>
                    <a:pt x="1174" y="1593"/>
                  </a:cubicBezTo>
                  <a:lnTo>
                    <a:pt x="1252" y="1593"/>
                  </a:lnTo>
                  <a:cubicBezTo>
                    <a:pt x="1285" y="1593"/>
                    <a:pt x="1308" y="1582"/>
                    <a:pt x="1341" y="1571"/>
                  </a:cubicBezTo>
                  <a:cubicBezTo>
                    <a:pt x="1419" y="1660"/>
                    <a:pt x="1487" y="1760"/>
                    <a:pt x="1565" y="1861"/>
                  </a:cubicBezTo>
                  <a:lnTo>
                    <a:pt x="2079" y="2096"/>
                  </a:lnTo>
                  <a:cubicBezTo>
                    <a:pt x="2101" y="2084"/>
                    <a:pt x="2123" y="2062"/>
                    <a:pt x="2135" y="2040"/>
                  </a:cubicBezTo>
                  <a:cubicBezTo>
                    <a:pt x="2269" y="1883"/>
                    <a:pt x="2369" y="1705"/>
                    <a:pt x="2403" y="1515"/>
                  </a:cubicBezTo>
                  <a:cubicBezTo>
                    <a:pt x="2403" y="1481"/>
                    <a:pt x="2403" y="1470"/>
                    <a:pt x="2414" y="1448"/>
                  </a:cubicBezTo>
                  <a:cubicBezTo>
                    <a:pt x="2425" y="1325"/>
                    <a:pt x="2425" y="1224"/>
                    <a:pt x="2414" y="1112"/>
                  </a:cubicBezTo>
                  <a:lnTo>
                    <a:pt x="2347" y="1112"/>
                  </a:lnTo>
                  <a:cubicBezTo>
                    <a:pt x="2079" y="1112"/>
                    <a:pt x="1799" y="1135"/>
                    <a:pt x="1509" y="1168"/>
                  </a:cubicBezTo>
                  <a:cubicBezTo>
                    <a:pt x="1475" y="1090"/>
                    <a:pt x="1431" y="1023"/>
                    <a:pt x="1364" y="978"/>
                  </a:cubicBezTo>
                  <a:cubicBezTo>
                    <a:pt x="1487" y="688"/>
                    <a:pt x="1598" y="397"/>
                    <a:pt x="1654" y="118"/>
                  </a:cubicBezTo>
                  <a:cubicBezTo>
                    <a:pt x="1565" y="73"/>
                    <a:pt x="1453" y="51"/>
                    <a:pt x="1319" y="17"/>
                  </a:cubicBezTo>
                  <a:cubicBezTo>
                    <a:pt x="1261" y="6"/>
                    <a:pt x="1203" y="0"/>
                    <a:pt x="11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46"/>
            <p:cNvSpPr/>
            <p:nvPr/>
          </p:nvSpPr>
          <p:spPr>
            <a:xfrm>
              <a:off x="2115025" y="3578700"/>
              <a:ext cx="51450" cy="219050"/>
            </a:xfrm>
            <a:custGeom>
              <a:avLst/>
              <a:gdLst/>
              <a:ahLst/>
              <a:cxnLst/>
              <a:rect l="l" t="t" r="r" b="b"/>
              <a:pathLst>
                <a:path w="1029" h="4381" extrusionOk="0">
                  <a:moveTo>
                    <a:pt x="302" y="1"/>
                  </a:moveTo>
                  <a:lnTo>
                    <a:pt x="1" y="57"/>
                  </a:lnTo>
                  <a:lnTo>
                    <a:pt x="693" y="4291"/>
                  </a:lnTo>
                  <a:lnTo>
                    <a:pt x="1029" y="4381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46"/>
            <p:cNvSpPr/>
            <p:nvPr/>
          </p:nvSpPr>
          <p:spPr>
            <a:xfrm>
              <a:off x="2287075" y="3543500"/>
              <a:ext cx="93950" cy="243650"/>
            </a:xfrm>
            <a:custGeom>
              <a:avLst/>
              <a:gdLst/>
              <a:ahLst/>
              <a:cxnLst/>
              <a:rect l="l" t="t" r="r" b="b"/>
              <a:pathLst>
                <a:path w="1879" h="4873" extrusionOk="0">
                  <a:moveTo>
                    <a:pt x="1096" y="1"/>
                  </a:moveTo>
                  <a:lnTo>
                    <a:pt x="1" y="180"/>
                  </a:lnTo>
                  <a:cubicBezTo>
                    <a:pt x="79" y="615"/>
                    <a:pt x="783" y="4872"/>
                    <a:pt x="783" y="4872"/>
                  </a:cubicBezTo>
                  <a:lnTo>
                    <a:pt x="1878" y="4615"/>
                  </a:lnTo>
                  <a:cubicBezTo>
                    <a:pt x="1867" y="4615"/>
                    <a:pt x="1152" y="280"/>
                    <a:pt x="1096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46"/>
            <p:cNvSpPr/>
            <p:nvPr/>
          </p:nvSpPr>
          <p:spPr>
            <a:xfrm>
              <a:off x="2140725" y="3569200"/>
              <a:ext cx="79400" cy="235250"/>
            </a:xfrm>
            <a:custGeom>
              <a:avLst/>
              <a:gdLst/>
              <a:ahLst/>
              <a:cxnLst/>
              <a:rect l="l" t="t" r="r" b="b"/>
              <a:pathLst>
                <a:path w="1588" h="4705" extrusionOk="0">
                  <a:moveTo>
                    <a:pt x="917" y="1"/>
                  </a:moveTo>
                  <a:lnTo>
                    <a:pt x="1" y="157"/>
                  </a:lnTo>
                  <a:lnTo>
                    <a:pt x="738" y="4604"/>
                  </a:lnTo>
                  <a:lnTo>
                    <a:pt x="1129" y="4705"/>
                  </a:lnTo>
                  <a:lnTo>
                    <a:pt x="1241" y="4314"/>
                  </a:lnTo>
                  <a:lnTo>
                    <a:pt x="1297" y="4146"/>
                  </a:lnTo>
                  <a:lnTo>
                    <a:pt x="1364" y="3956"/>
                  </a:lnTo>
                  <a:lnTo>
                    <a:pt x="1587" y="3978"/>
                  </a:lnTo>
                  <a:lnTo>
                    <a:pt x="91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46"/>
          <p:cNvGrpSpPr/>
          <p:nvPr/>
        </p:nvGrpSpPr>
        <p:grpSpPr>
          <a:xfrm>
            <a:off x="4714149" y="5564685"/>
            <a:ext cx="2137031" cy="860995"/>
            <a:chOff x="65925" y="3976450"/>
            <a:chExt cx="1284350" cy="477700"/>
          </a:xfrm>
        </p:grpSpPr>
        <p:sp>
          <p:nvSpPr>
            <p:cNvPr id="1143" name="Google Shape;1143;p46"/>
            <p:cNvSpPr/>
            <p:nvPr/>
          </p:nvSpPr>
          <p:spPr>
            <a:xfrm>
              <a:off x="636275" y="4188750"/>
              <a:ext cx="187200" cy="171550"/>
            </a:xfrm>
            <a:custGeom>
              <a:avLst/>
              <a:gdLst/>
              <a:ahLst/>
              <a:cxnLst/>
              <a:rect l="l" t="t" r="r" b="b"/>
              <a:pathLst>
                <a:path w="3744" h="3431" extrusionOk="0">
                  <a:moveTo>
                    <a:pt x="1375" y="1"/>
                  </a:moveTo>
                  <a:lnTo>
                    <a:pt x="548" y="1710"/>
                  </a:lnTo>
                  <a:lnTo>
                    <a:pt x="1085" y="2246"/>
                  </a:lnTo>
                  <a:lnTo>
                    <a:pt x="1" y="3431"/>
                  </a:lnTo>
                  <a:lnTo>
                    <a:pt x="1" y="3431"/>
                  </a:lnTo>
                  <a:lnTo>
                    <a:pt x="3744" y="2369"/>
                  </a:lnTo>
                  <a:lnTo>
                    <a:pt x="1375" y="1"/>
                  </a:lnTo>
                  <a:close/>
                </a:path>
              </a:pathLst>
            </a:custGeom>
            <a:solidFill>
              <a:srgbClr val="2D38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6"/>
            <p:cNvSpPr/>
            <p:nvPr/>
          </p:nvSpPr>
          <p:spPr>
            <a:xfrm>
              <a:off x="992125" y="4064200"/>
              <a:ext cx="160400" cy="148350"/>
            </a:xfrm>
            <a:custGeom>
              <a:avLst/>
              <a:gdLst/>
              <a:ahLst/>
              <a:cxnLst/>
              <a:rect l="l" t="t" r="r" b="b"/>
              <a:pathLst>
                <a:path w="3208" h="2967" extrusionOk="0">
                  <a:moveTo>
                    <a:pt x="2314" y="0"/>
                  </a:moveTo>
                  <a:lnTo>
                    <a:pt x="68" y="56"/>
                  </a:lnTo>
                  <a:lnTo>
                    <a:pt x="1" y="1721"/>
                  </a:lnTo>
                  <a:cubicBezTo>
                    <a:pt x="1" y="1721"/>
                    <a:pt x="839" y="2849"/>
                    <a:pt x="1129" y="2961"/>
                  </a:cubicBezTo>
                  <a:cubicBezTo>
                    <a:pt x="1139" y="2965"/>
                    <a:pt x="1150" y="2967"/>
                    <a:pt x="1162" y="2967"/>
                  </a:cubicBezTo>
                  <a:cubicBezTo>
                    <a:pt x="1541" y="2967"/>
                    <a:pt x="3208" y="1184"/>
                    <a:pt x="3208" y="1184"/>
                  </a:cubicBezTo>
                  <a:lnTo>
                    <a:pt x="2314" y="0"/>
                  </a:lnTo>
                  <a:close/>
                </a:path>
              </a:pathLst>
            </a:custGeom>
            <a:solidFill>
              <a:srgbClr val="2D38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6"/>
            <p:cNvSpPr/>
            <p:nvPr/>
          </p:nvSpPr>
          <p:spPr>
            <a:xfrm>
              <a:off x="336275" y="4031200"/>
              <a:ext cx="723500" cy="320750"/>
            </a:xfrm>
            <a:custGeom>
              <a:avLst/>
              <a:gdLst/>
              <a:ahLst/>
              <a:cxnLst/>
              <a:rect l="l" t="t" r="r" b="b"/>
              <a:pathLst>
                <a:path w="14470" h="6415" extrusionOk="0">
                  <a:moveTo>
                    <a:pt x="1" y="1"/>
                  </a:moveTo>
                  <a:lnTo>
                    <a:pt x="1" y="6414"/>
                  </a:lnTo>
                  <a:lnTo>
                    <a:pt x="14470" y="6414"/>
                  </a:lnTo>
                  <a:lnTo>
                    <a:pt x="14470" y="5465"/>
                  </a:lnTo>
                  <a:lnTo>
                    <a:pt x="738" y="5465"/>
                  </a:lnTo>
                  <a:lnTo>
                    <a:pt x="738" y="3152"/>
                  </a:lnTo>
                  <a:lnTo>
                    <a:pt x="336" y="3152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6"/>
            <p:cNvSpPr/>
            <p:nvPr/>
          </p:nvSpPr>
          <p:spPr>
            <a:xfrm>
              <a:off x="373175" y="3977050"/>
              <a:ext cx="944700" cy="327400"/>
            </a:xfrm>
            <a:custGeom>
              <a:avLst/>
              <a:gdLst/>
              <a:ahLst/>
              <a:cxnLst/>
              <a:rect l="l" t="t" r="r" b="b"/>
              <a:pathLst>
                <a:path w="18894" h="6548" extrusionOk="0">
                  <a:moveTo>
                    <a:pt x="11955" y="0"/>
                  </a:moveTo>
                  <a:lnTo>
                    <a:pt x="11955" y="581"/>
                  </a:lnTo>
                  <a:lnTo>
                    <a:pt x="0" y="581"/>
                  </a:lnTo>
                  <a:lnTo>
                    <a:pt x="0" y="6548"/>
                  </a:lnTo>
                  <a:lnTo>
                    <a:pt x="18894" y="6548"/>
                  </a:lnTo>
                  <a:lnTo>
                    <a:pt x="18827" y="6101"/>
                  </a:lnTo>
                  <a:lnTo>
                    <a:pt x="18425" y="3687"/>
                  </a:lnTo>
                  <a:lnTo>
                    <a:pt x="18402" y="3587"/>
                  </a:lnTo>
                  <a:lnTo>
                    <a:pt x="18268" y="2816"/>
                  </a:lnTo>
                  <a:lnTo>
                    <a:pt x="18257" y="2793"/>
                  </a:lnTo>
                  <a:lnTo>
                    <a:pt x="17743" y="2179"/>
                  </a:lnTo>
                  <a:lnTo>
                    <a:pt x="16235" y="402"/>
                  </a:lnTo>
                  <a:lnTo>
                    <a:pt x="15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6"/>
            <p:cNvSpPr/>
            <p:nvPr/>
          </p:nvSpPr>
          <p:spPr>
            <a:xfrm>
              <a:off x="373175" y="4227850"/>
              <a:ext cx="977100" cy="124100"/>
            </a:xfrm>
            <a:custGeom>
              <a:avLst/>
              <a:gdLst/>
              <a:ahLst/>
              <a:cxnLst/>
              <a:rect l="l" t="t" r="r" b="b"/>
              <a:pathLst>
                <a:path w="19542" h="2482" extrusionOk="0">
                  <a:moveTo>
                    <a:pt x="0" y="1"/>
                  </a:moveTo>
                  <a:lnTo>
                    <a:pt x="0" y="1532"/>
                  </a:lnTo>
                  <a:lnTo>
                    <a:pt x="13732" y="1532"/>
                  </a:lnTo>
                  <a:lnTo>
                    <a:pt x="13732" y="2481"/>
                  </a:lnTo>
                  <a:lnTo>
                    <a:pt x="19542" y="2481"/>
                  </a:lnTo>
                  <a:lnTo>
                    <a:pt x="19542" y="2012"/>
                  </a:lnTo>
                  <a:cubicBezTo>
                    <a:pt x="19542" y="1744"/>
                    <a:pt x="19330" y="1532"/>
                    <a:pt x="19061" y="1532"/>
                  </a:cubicBezTo>
                  <a:lnTo>
                    <a:pt x="14291" y="1532"/>
                  </a:lnTo>
                  <a:lnTo>
                    <a:pt x="137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6"/>
            <p:cNvSpPr/>
            <p:nvPr/>
          </p:nvSpPr>
          <p:spPr>
            <a:xfrm>
              <a:off x="996625" y="3983200"/>
              <a:ext cx="303400" cy="297250"/>
            </a:xfrm>
            <a:custGeom>
              <a:avLst/>
              <a:gdLst/>
              <a:ahLst/>
              <a:cxnLst/>
              <a:rect l="l" t="t" r="r" b="b"/>
              <a:pathLst>
                <a:path w="6068" h="5945" extrusionOk="0">
                  <a:moveTo>
                    <a:pt x="90" y="0"/>
                  </a:moveTo>
                  <a:lnTo>
                    <a:pt x="0" y="380"/>
                  </a:lnTo>
                  <a:lnTo>
                    <a:pt x="6067" y="5944"/>
                  </a:lnTo>
                  <a:lnTo>
                    <a:pt x="5888" y="5408"/>
                  </a:lnTo>
                  <a:lnTo>
                    <a:pt x="280" y="27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6"/>
            <p:cNvSpPr/>
            <p:nvPr/>
          </p:nvSpPr>
          <p:spPr>
            <a:xfrm>
              <a:off x="970925" y="3976450"/>
              <a:ext cx="346950" cy="328550"/>
            </a:xfrm>
            <a:custGeom>
              <a:avLst/>
              <a:gdLst/>
              <a:ahLst/>
              <a:cxnLst/>
              <a:rect l="l" t="t" r="r" b="b"/>
              <a:pathLst>
                <a:path w="6939" h="6571" extrusionOk="0">
                  <a:moveTo>
                    <a:pt x="3788" y="414"/>
                  </a:moveTo>
                  <a:lnTo>
                    <a:pt x="5922" y="2984"/>
                  </a:lnTo>
                  <a:lnTo>
                    <a:pt x="6425" y="5710"/>
                  </a:lnTo>
                  <a:lnTo>
                    <a:pt x="727" y="414"/>
                  </a:lnTo>
                  <a:close/>
                  <a:moveTo>
                    <a:pt x="0" y="1"/>
                  </a:moveTo>
                  <a:lnTo>
                    <a:pt x="0" y="582"/>
                  </a:lnTo>
                  <a:lnTo>
                    <a:pt x="324" y="582"/>
                  </a:lnTo>
                  <a:lnTo>
                    <a:pt x="1799" y="5029"/>
                  </a:lnTo>
                  <a:lnTo>
                    <a:pt x="1822" y="5029"/>
                  </a:lnTo>
                  <a:lnTo>
                    <a:pt x="2336" y="6560"/>
                  </a:lnTo>
                  <a:lnTo>
                    <a:pt x="2671" y="6560"/>
                  </a:lnTo>
                  <a:lnTo>
                    <a:pt x="838" y="1074"/>
                  </a:lnTo>
                  <a:lnTo>
                    <a:pt x="6537" y="6370"/>
                  </a:lnTo>
                  <a:lnTo>
                    <a:pt x="6581" y="6571"/>
                  </a:lnTo>
                  <a:lnTo>
                    <a:pt x="6939" y="6571"/>
                  </a:lnTo>
                  <a:lnTo>
                    <a:pt x="6872" y="6113"/>
                  </a:lnTo>
                  <a:lnTo>
                    <a:pt x="6470" y="3699"/>
                  </a:lnTo>
                  <a:lnTo>
                    <a:pt x="6470" y="3688"/>
                  </a:lnTo>
                  <a:lnTo>
                    <a:pt x="6447" y="3588"/>
                  </a:lnTo>
                  <a:lnTo>
                    <a:pt x="6324" y="2805"/>
                  </a:lnTo>
                  <a:lnTo>
                    <a:pt x="6313" y="2783"/>
                  </a:lnTo>
                  <a:lnTo>
                    <a:pt x="6313" y="2772"/>
                  </a:lnTo>
                  <a:lnTo>
                    <a:pt x="5799" y="2146"/>
                  </a:lnTo>
                  <a:lnTo>
                    <a:pt x="4302" y="414"/>
                  </a:lnTo>
                  <a:lnTo>
                    <a:pt x="3967" y="12"/>
                  </a:lnTo>
                  <a:lnTo>
                    <a:pt x="492" y="12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6"/>
            <p:cNvSpPr/>
            <p:nvPr/>
          </p:nvSpPr>
          <p:spPr>
            <a:xfrm>
              <a:off x="65925" y="4301050"/>
              <a:ext cx="28500" cy="51450"/>
            </a:xfrm>
            <a:custGeom>
              <a:avLst/>
              <a:gdLst/>
              <a:ahLst/>
              <a:cxnLst/>
              <a:rect l="l" t="t" r="r" b="b"/>
              <a:pathLst>
                <a:path w="570" h="1029" extrusionOk="0">
                  <a:moveTo>
                    <a:pt x="570" y="0"/>
                  </a:moveTo>
                  <a:lnTo>
                    <a:pt x="123" y="336"/>
                  </a:lnTo>
                  <a:cubicBezTo>
                    <a:pt x="56" y="392"/>
                    <a:pt x="0" y="470"/>
                    <a:pt x="11" y="570"/>
                  </a:cubicBezTo>
                  <a:lnTo>
                    <a:pt x="11" y="1028"/>
                  </a:lnTo>
                  <a:lnTo>
                    <a:pt x="570" y="1028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6"/>
            <p:cNvSpPr/>
            <p:nvPr/>
          </p:nvSpPr>
          <p:spPr>
            <a:xfrm>
              <a:off x="93825" y="4072550"/>
              <a:ext cx="248100" cy="279400"/>
            </a:xfrm>
            <a:custGeom>
              <a:avLst/>
              <a:gdLst/>
              <a:ahLst/>
              <a:cxnLst/>
              <a:rect l="l" t="t" r="r" b="b"/>
              <a:pathLst>
                <a:path w="4962" h="5588" extrusionOk="0">
                  <a:moveTo>
                    <a:pt x="1610" y="1"/>
                  </a:moveTo>
                  <a:cubicBezTo>
                    <a:pt x="1286" y="1"/>
                    <a:pt x="995" y="202"/>
                    <a:pt x="872" y="504"/>
                  </a:cubicBezTo>
                  <a:lnTo>
                    <a:pt x="101" y="2459"/>
                  </a:lnTo>
                  <a:cubicBezTo>
                    <a:pt x="34" y="2626"/>
                    <a:pt x="1" y="2828"/>
                    <a:pt x="1" y="3006"/>
                  </a:cubicBezTo>
                  <a:lnTo>
                    <a:pt x="1" y="5587"/>
                  </a:lnTo>
                  <a:lnTo>
                    <a:pt x="4962" y="5587"/>
                  </a:lnTo>
                  <a:lnTo>
                    <a:pt x="48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6"/>
            <p:cNvSpPr/>
            <p:nvPr/>
          </p:nvSpPr>
          <p:spPr>
            <a:xfrm>
              <a:off x="120075" y="4091000"/>
              <a:ext cx="195050" cy="173800"/>
            </a:xfrm>
            <a:custGeom>
              <a:avLst/>
              <a:gdLst/>
              <a:ahLst/>
              <a:cxnLst/>
              <a:rect l="l" t="t" r="r" b="b"/>
              <a:pathLst>
                <a:path w="3901" h="3476" extrusionOk="0">
                  <a:moveTo>
                    <a:pt x="1386" y="0"/>
                  </a:moveTo>
                  <a:cubicBezTo>
                    <a:pt x="1107" y="0"/>
                    <a:pt x="872" y="168"/>
                    <a:pt x="761" y="414"/>
                  </a:cubicBezTo>
                  <a:lnTo>
                    <a:pt x="57" y="2157"/>
                  </a:lnTo>
                  <a:cubicBezTo>
                    <a:pt x="23" y="2257"/>
                    <a:pt x="1" y="2358"/>
                    <a:pt x="1" y="2459"/>
                  </a:cubicBezTo>
                  <a:lnTo>
                    <a:pt x="1" y="2972"/>
                  </a:lnTo>
                  <a:cubicBezTo>
                    <a:pt x="1" y="3252"/>
                    <a:pt x="224" y="3475"/>
                    <a:pt x="504" y="3475"/>
                  </a:cubicBezTo>
                  <a:lnTo>
                    <a:pt x="1286" y="3475"/>
                  </a:lnTo>
                  <a:cubicBezTo>
                    <a:pt x="1487" y="3475"/>
                    <a:pt x="1677" y="3386"/>
                    <a:pt x="1822" y="3241"/>
                  </a:cubicBezTo>
                  <a:lnTo>
                    <a:pt x="2347" y="2682"/>
                  </a:lnTo>
                  <a:cubicBezTo>
                    <a:pt x="2571" y="2436"/>
                    <a:pt x="2883" y="2302"/>
                    <a:pt x="3208" y="2302"/>
                  </a:cubicBezTo>
                  <a:lnTo>
                    <a:pt x="3219" y="2302"/>
                  </a:lnTo>
                  <a:cubicBezTo>
                    <a:pt x="3599" y="2302"/>
                    <a:pt x="3889" y="1989"/>
                    <a:pt x="3889" y="1632"/>
                  </a:cubicBezTo>
                  <a:lnTo>
                    <a:pt x="3889" y="570"/>
                  </a:lnTo>
                  <a:cubicBezTo>
                    <a:pt x="3900" y="257"/>
                    <a:pt x="3654" y="0"/>
                    <a:pt x="3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46"/>
            <p:cNvSpPr/>
            <p:nvPr/>
          </p:nvSpPr>
          <p:spPr>
            <a:xfrm>
              <a:off x="280425" y="4228450"/>
              <a:ext cx="34700" cy="11200"/>
            </a:xfrm>
            <a:custGeom>
              <a:avLst/>
              <a:gdLst/>
              <a:ahLst/>
              <a:cxnLst/>
              <a:rect l="l" t="t" r="r" b="b"/>
              <a:pathLst>
                <a:path w="694" h="224" extrusionOk="0">
                  <a:moveTo>
                    <a:pt x="1" y="0"/>
                  </a:moveTo>
                  <a:lnTo>
                    <a:pt x="1" y="223"/>
                  </a:lnTo>
                  <a:lnTo>
                    <a:pt x="693" y="223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46"/>
            <p:cNvSpPr/>
            <p:nvPr/>
          </p:nvSpPr>
          <p:spPr>
            <a:xfrm>
              <a:off x="65925" y="4326750"/>
              <a:ext cx="1284350" cy="77700"/>
            </a:xfrm>
            <a:custGeom>
              <a:avLst/>
              <a:gdLst/>
              <a:ahLst/>
              <a:cxnLst/>
              <a:rect l="l" t="t" r="r" b="b"/>
              <a:pathLst>
                <a:path w="25687" h="1554" extrusionOk="0">
                  <a:moveTo>
                    <a:pt x="45" y="0"/>
                  </a:moveTo>
                  <a:cubicBezTo>
                    <a:pt x="11" y="0"/>
                    <a:pt x="0" y="12"/>
                    <a:pt x="0" y="45"/>
                  </a:cubicBezTo>
                  <a:lnTo>
                    <a:pt x="0" y="883"/>
                  </a:lnTo>
                  <a:cubicBezTo>
                    <a:pt x="0" y="1006"/>
                    <a:pt x="112" y="1118"/>
                    <a:pt x="235" y="1118"/>
                  </a:cubicBezTo>
                  <a:lnTo>
                    <a:pt x="14369" y="1118"/>
                  </a:lnTo>
                  <a:lnTo>
                    <a:pt x="14369" y="1554"/>
                  </a:lnTo>
                  <a:lnTo>
                    <a:pt x="15318" y="1554"/>
                  </a:lnTo>
                  <a:lnTo>
                    <a:pt x="15318" y="1118"/>
                  </a:lnTo>
                  <a:lnTo>
                    <a:pt x="25195" y="1118"/>
                  </a:lnTo>
                  <a:cubicBezTo>
                    <a:pt x="25463" y="1118"/>
                    <a:pt x="25687" y="894"/>
                    <a:pt x="25687" y="626"/>
                  </a:cubicBezTo>
                  <a:lnTo>
                    <a:pt x="25687" y="179"/>
                  </a:lnTo>
                  <a:lnTo>
                    <a:pt x="894" y="179"/>
                  </a:lnTo>
                  <a:cubicBezTo>
                    <a:pt x="872" y="179"/>
                    <a:pt x="838" y="157"/>
                    <a:pt x="838" y="123"/>
                  </a:cubicBezTo>
                  <a:lnTo>
                    <a:pt x="838" y="56"/>
                  </a:lnTo>
                  <a:cubicBezTo>
                    <a:pt x="838" y="34"/>
                    <a:pt x="816" y="0"/>
                    <a:pt x="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46"/>
            <p:cNvSpPr/>
            <p:nvPr/>
          </p:nvSpPr>
          <p:spPr>
            <a:xfrm>
              <a:off x="888775" y="4302750"/>
              <a:ext cx="163750" cy="79900"/>
            </a:xfrm>
            <a:custGeom>
              <a:avLst/>
              <a:gdLst/>
              <a:ahLst/>
              <a:cxnLst/>
              <a:rect l="l" t="t" r="r" b="b"/>
              <a:pathLst>
                <a:path w="3275" h="1598" extrusionOk="0">
                  <a:moveTo>
                    <a:pt x="1632" y="0"/>
                  </a:moveTo>
                  <a:cubicBezTo>
                    <a:pt x="1096" y="0"/>
                    <a:pt x="615" y="257"/>
                    <a:pt x="314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75" y="1598"/>
                  </a:lnTo>
                  <a:cubicBezTo>
                    <a:pt x="3275" y="1251"/>
                    <a:pt x="3152" y="916"/>
                    <a:pt x="2939" y="659"/>
                  </a:cubicBezTo>
                  <a:cubicBezTo>
                    <a:pt x="2649" y="257"/>
                    <a:pt x="2157" y="0"/>
                    <a:pt x="1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46"/>
            <p:cNvSpPr/>
            <p:nvPr/>
          </p:nvSpPr>
          <p:spPr>
            <a:xfrm>
              <a:off x="888775" y="4302750"/>
              <a:ext cx="163750" cy="79900"/>
            </a:xfrm>
            <a:custGeom>
              <a:avLst/>
              <a:gdLst/>
              <a:ahLst/>
              <a:cxnLst/>
              <a:rect l="l" t="t" r="r" b="b"/>
              <a:pathLst>
                <a:path w="3275" h="1598" extrusionOk="0">
                  <a:moveTo>
                    <a:pt x="1632" y="0"/>
                  </a:moveTo>
                  <a:cubicBezTo>
                    <a:pt x="1096" y="0"/>
                    <a:pt x="615" y="257"/>
                    <a:pt x="314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75" y="1598"/>
                  </a:lnTo>
                  <a:cubicBezTo>
                    <a:pt x="3275" y="1251"/>
                    <a:pt x="3152" y="916"/>
                    <a:pt x="2939" y="659"/>
                  </a:cubicBezTo>
                  <a:cubicBezTo>
                    <a:pt x="2649" y="257"/>
                    <a:pt x="2157" y="0"/>
                    <a:pt x="163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46"/>
            <p:cNvSpPr/>
            <p:nvPr/>
          </p:nvSpPr>
          <p:spPr>
            <a:xfrm>
              <a:off x="432375" y="4342950"/>
              <a:ext cx="61500" cy="61500"/>
            </a:xfrm>
            <a:custGeom>
              <a:avLst/>
              <a:gdLst/>
              <a:ahLst/>
              <a:cxnLst/>
              <a:rect l="l" t="t" r="r" b="b"/>
              <a:pathLst>
                <a:path w="1230" h="1230" extrusionOk="0">
                  <a:moveTo>
                    <a:pt x="615" y="0"/>
                  </a:moveTo>
                  <a:cubicBezTo>
                    <a:pt x="280" y="0"/>
                    <a:pt x="1" y="280"/>
                    <a:pt x="1" y="615"/>
                  </a:cubicBezTo>
                  <a:cubicBezTo>
                    <a:pt x="1" y="950"/>
                    <a:pt x="280" y="1230"/>
                    <a:pt x="615" y="1230"/>
                  </a:cubicBezTo>
                  <a:cubicBezTo>
                    <a:pt x="950" y="1230"/>
                    <a:pt x="1230" y="950"/>
                    <a:pt x="1230" y="615"/>
                  </a:cubicBezTo>
                  <a:cubicBezTo>
                    <a:pt x="1230" y="280"/>
                    <a:pt x="973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6"/>
            <p:cNvSpPr/>
            <p:nvPr/>
          </p:nvSpPr>
          <p:spPr>
            <a:xfrm>
              <a:off x="594375" y="4342950"/>
              <a:ext cx="110100" cy="61500"/>
            </a:xfrm>
            <a:custGeom>
              <a:avLst/>
              <a:gdLst/>
              <a:ahLst/>
              <a:cxnLst/>
              <a:rect l="l" t="t" r="r" b="b"/>
              <a:pathLst>
                <a:path w="2202" h="1230" extrusionOk="0">
                  <a:moveTo>
                    <a:pt x="101" y="0"/>
                  </a:moveTo>
                  <a:lnTo>
                    <a:pt x="1" y="1230"/>
                  </a:lnTo>
                  <a:lnTo>
                    <a:pt x="2202" y="1230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6"/>
            <p:cNvSpPr/>
            <p:nvPr/>
          </p:nvSpPr>
          <p:spPr>
            <a:xfrm>
              <a:off x="554175" y="4342950"/>
              <a:ext cx="45300" cy="61500"/>
            </a:xfrm>
            <a:custGeom>
              <a:avLst/>
              <a:gdLst/>
              <a:ahLst/>
              <a:cxnLst/>
              <a:rect l="l" t="t" r="r" b="b"/>
              <a:pathLst>
                <a:path w="906" h="1230" extrusionOk="0">
                  <a:moveTo>
                    <a:pt x="0" y="0"/>
                  </a:moveTo>
                  <a:lnTo>
                    <a:pt x="0" y="1230"/>
                  </a:lnTo>
                  <a:lnTo>
                    <a:pt x="905" y="1230"/>
                  </a:lnTo>
                  <a:lnTo>
                    <a:pt x="9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6"/>
            <p:cNvSpPr/>
            <p:nvPr/>
          </p:nvSpPr>
          <p:spPr>
            <a:xfrm>
              <a:off x="626225" y="4342950"/>
              <a:ext cx="45300" cy="61500"/>
            </a:xfrm>
            <a:custGeom>
              <a:avLst/>
              <a:gdLst/>
              <a:ahLst/>
              <a:cxnLst/>
              <a:rect l="l" t="t" r="r" b="b"/>
              <a:pathLst>
                <a:path w="906" h="1230" extrusionOk="0">
                  <a:moveTo>
                    <a:pt x="1" y="0"/>
                  </a:moveTo>
                  <a:lnTo>
                    <a:pt x="1" y="1230"/>
                  </a:lnTo>
                  <a:lnTo>
                    <a:pt x="906" y="1230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6"/>
            <p:cNvSpPr/>
            <p:nvPr/>
          </p:nvSpPr>
          <p:spPr>
            <a:xfrm>
              <a:off x="188225" y="4302750"/>
              <a:ext cx="164300" cy="79900"/>
            </a:xfrm>
            <a:custGeom>
              <a:avLst/>
              <a:gdLst/>
              <a:ahLst/>
              <a:cxnLst/>
              <a:rect l="l" t="t" r="r" b="b"/>
              <a:pathLst>
                <a:path w="3286" h="1598" extrusionOk="0">
                  <a:moveTo>
                    <a:pt x="1632" y="0"/>
                  </a:moveTo>
                  <a:cubicBezTo>
                    <a:pt x="1107" y="0"/>
                    <a:pt x="615" y="257"/>
                    <a:pt x="325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86" y="1598"/>
                  </a:lnTo>
                  <a:cubicBezTo>
                    <a:pt x="3263" y="1251"/>
                    <a:pt x="3152" y="916"/>
                    <a:pt x="2939" y="659"/>
                  </a:cubicBezTo>
                  <a:cubicBezTo>
                    <a:pt x="2649" y="257"/>
                    <a:pt x="2169" y="0"/>
                    <a:pt x="1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6"/>
            <p:cNvSpPr/>
            <p:nvPr/>
          </p:nvSpPr>
          <p:spPr>
            <a:xfrm>
              <a:off x="188225" y="4302750"/>
              <a:ext cx="164300" cy="79900"/>
            </a:xfrm>
            <a:custGeom>
              <a:avLst/>
              <a:gdLst/>
              <a:ahLst/>
              <a:cxnLst/>
              <a:rect l="l" t="t" r="r" b="b"/>
              <a:pathLst>
                <a:path w="3286" h="1598" extrusionOk="0">
                  <a:moveTo>
                    <a:pt x="1632" y="0"/>
                  </a:moveTo>
                  <a:cubicBezTo>
                    <a:pt x="1107" y="0"/>
                    <a:pt x="615" y="257"/>
                    <a:pt x="325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86" y="1598"/>
                  </a:lnTo>
                  <a:cubicBezTo>
                    <a:pt x="3263" y="1251"/>
                    <a:pt x="3152" y="916"/>
                    <a:pt x="2939" y="659"/>
                  </a:cubicBezTo>
                  <a:cubicBezTo>
                    <a:pt x="2649" y="257"/>
                    <a:pt x="2169" y="0"/>
                    <a:pt x="163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6"/>
            <p:cNvSpPr/>
            <p:nvPr/>
          </p:nvSpPr>
          <p:spPr>
            <a:xfrm>
              <a:off x="697725" y="4342950"/>
              <a:ext cx="45850" cy="61500"/>
            </a:xfrm>
            <a:custGeom>
              <a:avLst/>
              <a:gdLst/>
              <a:ahLst/>
              <a:cxnLst/>
              <a:rect l="l" t="t" r="r" b="b"/>
              <a:pathLst>
                <a:path w="917" h="1230" extrusionOk="0">
                  <a:moveTo>
                    <a:pt x="1" y="0"/>
                  </a:moveTo>
                  <a:lnTo>
                    <a:pt x="1" y="1230"/>
                  </a:lnTo>
                  <a:lnTo>
                    <a:pt x="917" y="1230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6"/>
            <p:cNvSpPr/>
            <p:nvPr/>
          </p:nvSpPr>
          <p:spPr>
            <a:xfrm>
              <a:off x="201675" y="4315550"/>
              <a:ext cx="138000" cy="138600"/>
            </a:xfrm>
            <a:custGeom>
              <a:avLst/>
              <a:gdLst/>
              <a:ahLst/>
              <a:cxnLst/>
              <a:rect l="l" t="t" r="r" b="b"/>
              <a:pathLst>
                <a:path w="2760" h="2772" extrusionOk="0">
                  <a:moveTo>
                    <a:pt x="1374" y="1"/>
                  </a:moveTo>
                  <a:cubicBezTo>
                    <a:pt x="615" y="1"/>
                    <a:pt x="0" y="616"/>
                    <a:pt x="0" y="1386"/>
                  </a:cubicBezTo>
                  <a:cubicBezTo>
                    <a:pt x="0" y="2157"/>
                    <a:pt x="615" y="2772"/>
                    <a:pt x="1374" y="2772"/>
                  </a:cubicBezTo>
                  <a:cubicBezTo>
                    <a:pt x="2145" y="2772"/>
                    <a:pt x="2760" y="2157"/>
                    <a:pt x="2760" y="1386"/>
                  </a:cubicBezTo>
                  <a:cubicBezTo>
                    <a:pt x="2760" y="616"/>
                    <a:pt x="2145" y="1"/>
                    <a:pt x="1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46"/>
            <p:cNvSpPr/>
            <p:nvPr/>
          </p:nvSpPr>
          <p:spPr>
            <a:xfrm>
              <a:off x="224025" y="4337900"/>
              <a:ext cx="93300" cy="93900"/>
            </a:xfrm>
            <a:custGeom>
              <a:avLst/>
              <a:gdLst/>
              <a:ahLst/>
              <a:cxnLst/>
              <a:rect l="l" t="t" r="r" b="b"/>
              <a:pathLst>
                <a:path w="1866" h="1878" extrusionOk="0">
                  <a:moveTo>
                    <a:pt x="927" y="1"/>
                  </a:moveTo>
                  <a:cubicBezTo>
                    <a:pt x="413" y="1"/>
                    <a:pt x="0" y="425"/>
                    <a:pt x="0" y="939"/>
                  </a:cubicBezTo>
                  <a:cubicBezTo>
                    <a:pt x="0" y="1453"/>
                    <a:pt x="413" y="1878"/>
                    <a:pt x="927" y="1878"/>
                  </a:cubicBezTo>
                  <a:cubicBezTo>
                    <a:pt x="1453" y="1878"/>
                    <a:pt x="1866" y="1453"/>
                    <a:pt x="1866" y="939"/>
                  </a:cubicBezTo>
                  <a:cubicBezTo>
                    <a:pt x="1866" y="425"/>
                    <a:pt x="1453" y="1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46"/>
            <p:cNvSpPr/>
            <p:nvPr/>
          </p:nvSpPr>
          <p:spPr>
            <a:xfrm>
              <a:off x="243575" y="4357450"/>
              <a:ext cx="54200" cy="54800"/>
            </a:xfrm>
            <a:custGeom>
              <a:avLst/>
              <a:gdLst/>
              <a:ahLst/>
              <a:cxnLst/>
              <a:rect l="l" t="t" r="r" b="b"/>
              <a:pathLst>
                <a:path w="1084" h="1096" extrusionOk="0">
                  <a:moveTo>
                    <a:pt x="536" y="1"/>
                  </a:moveTo>
                  <a:cubicBezTo>
                    <a:pt x="246" y="1"/>
                    <a:pt x="0" y="236"/>
                    <a:pt x="0" y="548"/>
                  </a:cubicBezTo>
                  <a:cubicBezTo>
                    <a:pt x="0" y="839"/>
                    <a:pt x="246" y="1096"/>
                    <a:pt x="536" y="1096"/>
                  </a:cubicBezTo>
                  <a:cubicBezTo>
                    <a:pt x="838" y="1096"/>
                    <a:pt x="1084" y="850"/>
                    <a:pt x="1084" y="548"/>
                  </a:cubicBezTo>
                  <a:cubicBezTo>
                    <a:pt x="1084" y="236"/>
                    <a:pt x="838" y="1"/>
                    <a:pt x="5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6"/>
            <p:cNvSpPr/>
            <p:nvPr/>
          </p:nvSpPr>
          <p:spPr>
            <a:xfrm>
              <a:off x="253625" y="43686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24" y="0"/>
                  </a:moveTo>
                  <a:cubicBezTo>
                    <a:pt x="145" y="0"/>
                    <a:pt x="0" y="157"/>
                    <a:pt x="0" y="324"/>
                  </a:cubicBezTo>
                  <a:cubicBezTo>
                    <a:pt x="0" y="503"/>
                    <a:pt x="145" y="648"/>
                    <a:pt x="324" y="648"/>
                  </a:cubicBezTo>
                  <a:cubicBezTo>
                    <a:pt x="503" y="648"/>
                    <a:pt x="648" y="492"/>
                    <a:pt x="648" y="324"/>
                  </a:cubicBezTo>
                  <a:cubicBezTo>
                    <a:pt x="648" y="157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46"/>
            <p:cNvSpPr/>
            <p:nvPr/>
          </p:nvSpPr>
          <p:spPr>
            <a:xfrm>
              <a:off x="901625" y="4315550"/>
              <a:ext cx="138600" cy="138600"/>
            </a:xfrm>
            <a:custGeom>
              <a:avLst/>
              <a:gdLst/>
              <a:ahLst/>
              <a:cxnLst/>
              <a:rect l="l" t="t" r="r" b="b"/>
              <a:pathLst>
                <a:path w="2772" h="2772" extrusionOk="0">
                  <a:moveTo>
                    <a:pt x="1386" y="1"/>
                  </a:moveTo>
                  <a:cubicBezTo>
                    <a:pt x="615" y="1"/>
                    <a:pt x="1" y="616"/>
                    <a:pt x="1" y="1386"/>
                  </a:cubicBezTo>
                  <a:cubicBezTo>
                    <a:pt x="1" y="2157"/>
                    <a:pt x="615" y="2772"/>
                    <a:pt x="1386" y="2772"/>
                  </a:cubicBezTo>
                  <a:cubicBezTo>
                    <a:pt x="2157" y="2772"/>
                    <a:pt x="2772" y="2157"/>
                    <a:pt x="2772" y="1386"/>
                  </a:cubicBezTo>
                  <a:cubicBezTo>
                    <a:pt x="2772" y="616"/>
                    <a:pt x="2157" y="1"/>
                    <a:pt x="1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46"/>
            <p:cNvSpPr/>
            <p:nvPr/>
          </p:nvSpPr>
          <p:spPr>
            <a:xfrm>
              <a:off x="923975" y="4337900"/>
              <a:ext cx="93900" cy="93900"/>
            </a:xfrm>
            <a:custGeom>
              <a:avLst/>
              <a:gdLst/>
              <a:ahLst/>
              <a:cxnLst/>
              <a:rect l="l" t="t" r="r" b="b"/>
              <a:pathLst>
                <a:path w="1878" h="1878" extrusionOk="0">
                  <a:moveTo>
                    <a:pt x="939" y="1"/>
                  </a:moveTo>
                  <a:cubicBezTo>
                    <a:pt x="425" y="1"/>
                    <a:pt x="1" y="425"/>
                    <a:pt x="1" y="939"/>
                  </a:cubicBezTo>
                  <a:cubicBezTo>
                    <a:pt x="1" y="1453"/>
                    <a:pt x="425" y="1878"/>
                    <a:pt x="939" y="1878"/>
                  </a:cubicBezTo>
                  <a:cubicBezTo>
                    <a:pt x="1453" y="1878"/>
                    <a:pt x="1878" y="1453"/>
                    <a:pt x="1878" y="939"/>
                  </a:cubicBezTo>
                  <a:cubicBezTo>
                    <a:pt x="1878" y="425"/>
                    <a:pt x="1453" y="1"/>
                    <a:pt x="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46"/>
            <p:cNvSpPr/>
            <p:nvPr/>
          </p:nvSpPr>
          <p:spPr>
            <a:xfrm>
              <a:off x="944125" y="4357450"/>
              <a:ext cx="54800" cy="54800"/>
            </a:xfrm>
            <a:custGeom>
              <a:avLst/>
              <a:gdLst/>
              <a:ahLst/>
              <a:cxnLst/>
              <a:rect l="l" t="t" r="r" b="b"/>
              <a:pathLst>
                <a:path w="1096" h="1096" extrusionOk="0">
                  <a:moveTo>
                    <a:pt x="548" y="1"/>
                  </a:moveTo>
                  <a:cubicBezTo>
                    <a:pt x="257" y="1"/>
                    <a:pt x="0" y="236"/>
                    <a:pt x="0" y="548"/>
                  </a:cubicBezTo>
                  <a:cubicBezTo>
                    <a:pt x="0" y="839"/>
                    <a:pt x="246" y="1096"/>
                    <a:pt x="548" y="1096"/>
                  </a:cubicBezTo>
                  <a:cubicBezTo>
                    <a:pt x="838" y="1096"/>
                    <a:pt x="1095" y="850"/>
                    <a:pt x="1095" y="548"/>
                  </a:cubicBezTo>
                  <a:cubicBezTo>
                    <a:pt x="1095" y="236"/>
                    <a:pt x="849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46"/>
            <p:cNvSpPr/>
            <p:nvPr/>
          </p:nvSpPr>
          <p:spPr>
            <a:xfrm>
              <a:off x="954725" y="43686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24" y="0"/>
                  </a:moveTo>
                  <a:cubicBezTo>
                    <a:pt x="146" y="0"/>
                    <a:pt x="0" y="157"/>
                    <a:pt x="0" y="324"/>
                  </a:cubicBezTo>
                  <a:cubicBezTo>
                    <a:pt x="0" y="503"/>
                    <a:pt x="146" y="648"/>
                    <a:pt x="324" y="648"/>
                  </a:cubicBezTo>
                  <a:cubicBezTo>
                    <a:pt x="503" y="648"/>
                    <a:pt x="648" y="492"/>
                    <a:pt x="648" y="324"/>
                  </a:cubicBezTo>
                  <a:cubicBezTo>
                    <a:pt x="648" y="157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46"/>
            <p:cNvSpPr/>
            <p:nvPr/>
          </p:nvSpPr>
          <p:spPr>
            <a:xfrm>
              <a:off x="160325" y="4081500"/>
              <a:ext cx="168750" cy="1750"/>
            </a:xfrm>
            <a:custGeom>
              <a:avLst/>
              <a:gdLst/>
              <a:ahLst/>
              <a:cxnLst/>
              <a:rect l="l" t="t" r="r" b="b"/>
              <a:pathLst>
                <a:path w="3375" h="35" extrusionOk="0">
                  <a:moveTo>
                    <a:pt x="0" y="0"/>
                  </a:moveTo>
                  <a:lnTo>
                    <a:pt x="0" y="34"/>
                  </a:lnTo>
                  <a:lnTo>
                    <a:pt x="3375" y="34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46"/>
            <p:cNvSpPr/>
            <p:nvPr/>
          </p:nvSpPr>
          <p:spPr>
            <a:xfrm>
              <a:off x="327925" y="4083200"/>
              <a:ext cx="1150" cy="181600"/>
            </a:xfrm>
            <a:custGeom>
              <a:avLst/>
              <a:gdLst/>
              <a:ahLst/>
              <a:cxnLst/>
              <a:rect l="l" t="t" r="r" b="b"/>
              <a:pathLst>
                <a:path w="23" h="3632" extrusionOk="0">
                  <a:moveTo>
                    <a:pt x="0" y="0"/>
                  </a:moveTo>
                  <a:lnTo>
                    <a:pt x="0" y="3631"/>
                  </a:lnTo>
                  <a:lnTo>
                    <a:pt x="23" y="363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46"/>
            <p:cNvSpPr/>
            <p:nvPr/>
          </p:nvSpPr>
          <p:spPr>
            <a:xfrm>
              <a:off x="107225" y="4313350"/>
              <a:ext cx="95050" cy="2250"/>
            </a:xfrm>
            <a:custGeom>
              <a:avLst/>
              <a:gdLst/>
              <a:ahLst/>
              <a:cxnLst/>
              <a:rect l="l" t="t" r="r" b="b"/>
              <a:pathLst>
                <a:path w="1901" h="45" extrusionOk="0">
                  <a:moveTo>
                    <a:pt x="1" y="0"/>
                  </a:moveTo>
                  <a:lnTo>
                    <a:pt x="1" y="45"/>
                  </a:lnTo>
                  <a:lnTo>
                    <a:pt x="1900" y="45"/>
                  </a:lnTo>
                  <a:lnTo>
                    <a:pt x="1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46"/>
            <p:cNvSpPr/>
            <p:nvPr/>
          </p:nvSpPr>
          <p:spPr>
            <a:xfrm>
              <a:off x="107225" y="4208850"/>
              <a:ext cx="2300" cy="106750"/>
            </a:xfrm>
            <a:custGeom>
              <a:avLst/>
              <a:gdLst/>
              <a:ahLst/>
              <a:cxnLst/>
              <a:rect l="l" t="t" r="r" b="b"/>
              <a:pathLst>
                <a:path w="46" h="2135" extrusionOk="0">
                  <a:moveTo>
                    <a:pt x="1" y="1"/>
                  </a:moveTo>
                  <a:lnTo>
                    <a:pt x="1" y="2135"/>
                  </a:lnTo>
                  <a:lnTo>
                    <a:pt x="46" y="2135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46"/>
            <p:cNvSpPr/>
            <p:nvPr/>
          </p:nvSpPr>
          <p:spPr>
            <a:xfrm>
              <a:off x="202225" y="4254100"/>
              <a:ext cx="126850" cy="61500"/>
            </a:xfrm>
            <a:custGeom>
              <a:avLst/>
              <a:gdLst/>
              <a:ahLst/>
              <a:cxnLst/>
              <a:rect l="l" t="t" r="r" b="b"/>
              <a:pathLst>
                <a:path w="2537" h="1230" extrusionOk="0">
                  <a:moveTo>
                    <a:pt x="1721" y="1"/>
                  </a:moveTo>
                  <a:cubicBezTo>
                    <a:pt x="939" y="1"/>
                    <a:pt x="246" y="493"/>
                    <a:pt x="0" y="1230"/>
                  </a:cubicBezTo>
                  <a:lnTo>
                    <a:pt x="45" y="1230"/>
                  </a:lnTo>
                  <a:cubicBezTo>
                    <a:pt x="291" y="515"/>
                    <a:pt x="961" y="46"/>
                    <a:pt x="1721" y="46"/>
                  </a:cubicBezTo>
                  <a:cubicBezTo>
                    <a:pt x="2000" y="46"/>
                    <a:pt x="2257" y="102"/>
                    <a:pt x="2503" y="224"/>
                  </a:cubicBezTo>
                  <a:lnTo>
                    <a:pt x="2537" y="213"/>
                  </a:lnTo>
                  <a:lnTo>
                    <a:pt x="2525" y="180"/>
                  </a:lnTo>
                  <a:cubicBezTo>
                    <a:pt x="2280" y="57"/>
                    <a:pt x="2011" y="1"/>
                    <a:pt x="1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46"/>
            <p:cNvSpPr/>
            <p:nvPr/>
          </p:nvSpPr>
          <p:spPr>
            <a:xfrm>
              <a:off x="107225" y="4081500"/>
              <a:ext cx="54250" cy="127400"/>
            </a:xfrm>
            <a:custGeom>
              <a:avLst/>
              <a:gdLst/>
              <a:ahLst/>
              <a:cxnLst/>
              <a:rect l="l" t="t" r="r" b="b"/>
              <a:pathLst>
                <a:path w="1085" h="2548" extrusionOk="0">
                  <a:moveTo>
                    <a:pt x="1051" y="0"/>
                  </a:moveTo>
                  <a:lnTo>
                    <a:pt x="1" y="2548"/>
                  </a:lnTo>
                  <a:lnTo>
                    <a:pt x="57" y="2548"/>
                  </a:lnTo>
                  <a:lnTo>
                    <a:pt x="10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46"/>
            <p:cNvSpPr/>
            <p:nvPr/>
          </p:nvSpPr>
          <p:spPr>
            <a:xfrm>
              <a:off x="697175" y="4049650"/>
              <a:ext cx="22950" cy="41950"/>
            </a:xfrm>
            <a:custGeom>
              <a:avLst/>
              <a:gdLst/>
              <a:ahLst/>
              <a:cxnLst/>
              <a:rect l="l" t="t" r="r" b="b"/>
              <a:pathLst>
                <a:path w="459" h="839" extrusionOk="0">
                  <a:moveTo>
                    <a:pt x="1" y="1"/>
                  </a:moveTo>
                  <a:lnTo>
                    <a:pt x="1" y="839"/>
                  </a:lnTo>
                  <a:lnTo>
                    <a:pt x="459" y="4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46"/>
            <p:cNvSpPr/>
            <p:nvPr/>
          </p:nvSpPr>
          <p:spPr>
            <a:xfrm>
              <a:off x="743525" y="4121700"/>
              <a:ext cx="40850" cy="23000"/>
            </a:xfrm>
            <a:custGeom>
              <a:avLst/>
              <a:gdLst/>
              <a:ahLst/>
              <a:cxnLst/>
              <a:rect l="l" t="t" r="r" b="b"/>
              <a:pathLst>
                <a:path w="817" h="460" extrusionOk="0">
                  <a:moveTo>
                    <a:pt x="1" y="1"/>
                  </a:moveTo>
                  <a:lnTo>
                    <a:pt x="414" y="459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46"/>
            <p:cNvSpPr/>
            <p:nvPr/>
          </p:nvSpPr>
          <p:spPr>
            <a:xfrm>
              <a:off x="697175" y="4161400"/>
              <a:ext cx="22950" cy="41950"/>
            </a:xfrm>
            <a:custGeom>
              <a:avLst/>
              <a:gdLst/>
              <a:ahLst/>
              <a:cxnLst/>
              <a:rect l="l" t="t" r="r" b="b"/>
              <a:pathLst>
                <a:path w="459" h="839" extrusionOk="0">
                  <a:moveTo>
                    <a:pt x="459" y="0"/>
                  </a:moveTo>
                  <a:lnTo>
                    <a:pt x="1" y="414"/>
                  </a:lnTo>
                  <a:lnTo>
                    <a:pt x="459" y="838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46"/>
            <p:cNvSpPr/>
            <p:nvPr/>
          </p:nvSpPr>
          <p:spPr>
            <a:xfrm>
              <a:off x="718425" y="4064200"/>
              <a:ext cx="53100" cy="53100"/>
            </a:xfrm>
            <a:custGeom>
              <a:avLst/>
              <a:gdLst/>
              <a:ahLst/>
              <a:cxnLst/>
              <a:rect l="l" t="t" r="r" b="b"/>
              <a:pathLst>
                <a:path w="1062" h="1062" extrusionOk="0">
                  <a:moveTo>
                    <a:pt x="0" y="0"/>
                  </a:moveTo>
                  <a:lnTo>
                    <a:pt x="134" y="123"/>
                  </a:lnTo>
                  <a:lnTo>
                    <a:pt x="0" y="246"/>
                  </a:lnTo>
                  <a:cubicBezTo>
                    <a:pt x="402" y="335"/>
                    <a:pt x="726" y="659"/>
                    <a:pt x="793" y="1062"/>
                  </a:cubicBezTo>
                  <a:lnTo>
                    <a:pt x="1062" y="1062"/>
                  </a:lnTo>
                  <a:cubicBezTo>
                    <a:pt x="972" y="514"/>
                    <a:pt x="536" y="9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46"/>
            <p:cNvSpPr/>
            <p:nvPr/>
          </p:nvSpPr>
          <p:spPr>
            <a:xfrm>
              <a:off x="647475" y="4142400"/>
              <a:ext cx="52000" cy="46950"/>
            </a:xfrm>
            <a:custGeom>
              <a:avLst/>
              <a:gdLst/>
              <a:ahLst/>
              <a:cxnLst/>
              <a:rect l="l" t="t" r="r" b="b"/>
              <a:pathLst>
                <a:path w="1040" h="939" extrusionOk="0">
                  <a:moveTo>
                    <a:pt x="0" y="0"/>
                  </a:moveTo>
                  <a:cubicBezTo>
                    <a:pt x="134" y="492"/>
                    <a:pt x="536" y="850"/>
                    <a:pt x="1039" y="939"/>
                  </a:cubicBezTo>
                  <a:lnTo>
                    <a:pt x="894" y="816"/>
                  </a:lnTo>
                  <a:lnTo>
                    <a:pt x="1039" y="671"/>
                  </a:lnTo>
                  <a:cubicBezTo>
                    <a:pt x="671" y="604"/>
                    <a:pt x="380" y="336"/>
                    <a:pt x="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46"/>
            <p:cNvSpPr/>
            <p:nvPr/>
          </p:nvSpPr>
          <p:spPr>
            <a:xfrm>
              <a:off x="645775" y="4065850"/>
              <a:ext cx="47550" cy="52000"/>
            </a:xfrm>
            <a:custGeom>
              <a:avLst/>
              <a:gdLst/>
              <a:ahLst/>
              <a:cxnLst/>
              <a:rect l="l" t="t" r="r" b="b"/>
              <a:pathLst>
                <a:path w="951" h="1040" extrusionOk="0">
                  <a:moveTo>
                    <a:pt x="950" y="1"/>
                  </a:moveTo>
                  <a:cubicBezTo>
                    <a:pt x="459" y="124"/>
                    <a:pt x="79" y="526"/>
                    <a:pt x="1" y="1029"/>
                  </a:cubicBezTo>
                  <a:lnTo>
                    <a:pt x="124" y="894"/>
                  </a:lnTo>
                  <a:lnTo>
                    <a:pt x="258" y="1040"/>
                  </a:lnTo>
                  <a:cubicBezTo>
                    <a:pt x="336" y="660"/>
                    <a:pt x="593" y="369"/>
                    <a:pt x="950" y="258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46"/>
            <p:cNvSpPr/>
            <p:nvPr/>
          </p:nvSpPr>
          <p:spPr>
            <a:xfrm>
              <a:off x="723975" y="4140700"/>
              <a:ext cx="45300" cy="46450"/>
            </a:xfrm>
            <a:custGeom>
              <a:avLst/>
              <a:gdLst/>
              <a:ahLst/>
              <a:cxnLst/>
              <a:rect l="l" t="t" r="r" b="b"/>
              <a:pathLst>
                <a:path w="906" h="929" extrusionOk="0">
                  <a:moveTo>
                    <a:pt x="649" y="1"/>
                  </a:moveTo>
                  <a:cubicBezTo>
                    <a:pt x="560" y="314"/>
                    <a:pt x="303" y="559"/>
                    <a:pt x="1" y="660"/>
                  </a:cubicBezTo>
                  <a:lnTo>
                    <a:pt x="1" y="928"/>
                  </a:lnTo>
                  <a:cubicBezTo>
                    <a:pt x="425" y="828"/>
                    <a:pt x="783" y="492"/>
                    <a:pt x="906" y="68"/>
                  </a:cubicBezTo>
                  <a:lnTo>
                    <a:pt x="906" y="68"/>
                  </a:lnTo>
                  <a:lnTo>
                    <a:pt x="805" y="180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46"/>
            <p:cNvSpPr/>
            <p:nvPr/>
          </p:nvSpPr>
          <p:spPr>
            <a:xfrm>
              <a:off x="631825" y="4115000"/>
              <a:ext cx="41950" cy="23550"/>
            </a:xfrm>
            <a:custGeom>
              <a:avLst/>
              <a:gdLst/>
              <a:ahLst/>
              <a:cxnLst/>
              <a:rect l="l" t="t" r="r" b="b"/>
              <a:pathLst>
                <a:path w="839" h="471" extrusionOk="0">
                  <a:moveTo>
                    <a:pt x="414" y="1"/>
                  </a:moveTo>
                  <a:lnTo>
                    <a:pt x="0" y="470"/>
                  </a:lnTo>
                  <a:lnTo>
                    <a:pt x="838" y="470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86" name="Google Shape;1186;p46"/>
          <p:cNvSpPr/>
          <p:nvPr/>
        </p:nvSpPr>
        <p:spPr>
          <a:xfrm>
            <a:off x="1880754" y="6419360"/>
            <a:ext cx="1196457" cy="195803"/>
          </a:xfrm>
          <a:custGeom>
            <a:avLst/>
            <a:gdLst/>
            <a:ahLst/>
            <a:cxnLst/>
            <a:rect l="l" t="t" r="r" b="b"/>
            <a:pathLst>
              <a:path w="19174" h="3130" extrusionOk="0">
                <a:moveTo>
                  <a:pt x="3911" y="1"/>
                </a:moveTo>
                <a:cubicBezTo>
                  <a:pt x="3609" y="1"/>
                  <a:pt x="3375" y="246"/>
                  <a:pt x="3375" y="537"/>
                </a:cubicBezTo>
                <a:cubicBezTo>
                  <a:pt x="3375" y="749"/>
                  <a:pt x="3498" y="928"/>
                  <a:pt x="3688" y="1006"/>
                </a:cubicBezTo>
                <a:lnTo>
                  <a:pt x="526" y="1006"/>
                </a:lnTo>
                <a:cubicBezTo>
                  <a:pt x="235" y="1006"/>
                  <a:pt x="1" y="1252"/>
                  <a:pt x="1" y="1543"/>
                </a:cubicBezTo>
                <a:cubicBezTo>
                  <a:pt x="1" y="1833"/>
                  <a:pt x="235" y="2068"/>
                  <a:pt x="526" y="2068"/>
                </a:cubicBezTo>
                <a:lnTo>
                  <a:pt x="2514" y="2068"/>
                </a:lnTo>
                <a:cubicBezTo>
                  <a:pt x="2291" y="2135"/>
                  <a:pt x="2135" y="2347"/>
                  <a:pt x="2135" y="2582"/>
                </a:cubicBezTo>
                <a:cubicBezTo>
                  <a:pt x="2135" y="2883"/>
                  <a:pt x="2369" y="3129"/>
                  <a:pt x="2682" y="3129"/>
                </a:cubicBezTo>
                <a:lnTo>
                  <a:pt x="11229" y="3129"/>
                </a:lnTo>
                <a:cubicBezTo>
                  <a:pt x="11520" y="3129"/>
                  <a:pt x="11766" y="2895"/>
                  <a:pt x="11766" y="2582"/>
                </a:cubicBezTo>
                <a:cubicBezTo>
                  <a:pt x="11766" y="2347"/>
                  <a:pt x="11620" y="2135"/>
                  <a:pt x="11397" y="2068"/>
                </a:cubicBezTo>
                <a:lnTo>
                  <a:pt x="15263" y="2068"/>
                </a:lnTo>
                <a:cubicBezTo>
                  <a:pt x="15553" y="2068"/>
                  <a:pt x="15788" y="1833"/>
                  <a:pt x="15788" y="1543"/>
                </a:cubicBezTo>
                <a:cubicBezTo>
                  <a:pt x="15788" y="1330"/>
                  <a:pt x="15665" y="1152"/>
                  <a:pt x="15486" y="1062"/>
                </a:cubicBezTo>
                <a:lnTo>
                  <a:pt x="18637" y="1062"/>
                </a:lnTo>
                <a:cubicBezTo>
                  <a:pt x="18939" y="1062"/>
                  <a:pt x="19173" y="827"/>
                  <a:pt x="19173" y="537"/>
                </a:cubicBezTo>
                <a:cubicBezTo>
                  <a:pt x="19162" y="235"/>
                  <a:pt x="18939" y="1"/>
                  <a:pt x="18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87" name="Google Shape;1187;p46"/>
          <p:cNvGrpSpPr/>
          <p:nvPr/>
        </p:nvGrpSpPr>
        <p:grpSpPr>
          <a:xfrm>
            <a:off x="2688084" y="6011850"/>
            <a:ext cx="284544" cy="422217"/>
            <a:chOff x="8873575" y="4119500"/>
            <a:chExt cx="228000" cy="337450"/>
          </a:xfrm>
        </p:grpSpPr>
        <p:sp>
          <p:nvSpPr>
            <p:cNvPr id="1188" name="Google Shape;1188;p46"/>
            <p:cNvSpPr/>
            <p:nvPr/>
          </p:nvSpPr>
          <p:spPr>
            <a:xfrm>
              <a:off x="8873575" y="4449100"/>
              <a:ext cx="228000" cy="7850"/>
            </a:xfrm>
            <a:custGeom>
              <a:avLst/>
              <a:gdLst/>
              <a:ahLst/>
              <a:cxnLst/>
              <a:rect l="l" t="t" r="r" b="b"/>
              <a:pathLst>
                <a:path w="4560" h="157" extrusionOk="0">
                  <a:moveTo>
                    <a:pt x="1" y="0"/>
                  </a:moveTo>
                  <a:lnTo>
                    <a:pt x="1" y="79"/>
                  </a:lnTo>
                  <a:cubicBezTo>
                    <a:pt x="1" y="123"/>
                    <a:pt x="1029" y="157"/>
                    <a:pt x="2280" y="157"/>
                  </a:cubicBezTo>
                  <a:cubicBezTo>
                    <a:pt x="3543" y="157"/>
                    <a:pt x="4560" y="123"/>
                    <a:pt x="4560" y="79"/>
                  </a:cubicBezTo>
                  <a:lnTo>
                    <a:pt x="45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46"/>
            <p:cNvSpPr/>
            <p:nvPr/>
          </p:nvSpPr>
          <p:spPr>
            <a:xfrm>
              <a:off x="8873575" y="4445750"/>
              <a:ext cx="228000" cy="6750"/>
            </a:xfrm>
            <a:custGeom>
              <a:avLst/>
              <a:gdLst/>
              <a:ahLst/>
              <a:cxnLst/>
              <a:rect l="l" t="t" r="r" b="b"/>
              <a:pathLst>
                <a:path w="4560" h="135" extrusionOk="0">
                  <a:moveTo>
                    <a:pt x="2280" y="0"/>
                  </a:moveTo>
                  <a:cubicBezTo>
                    <a:pt x="1018" y="0"/>
                    <a:pt x="1" y="23"/>
                    <a:pt x="1" y="67"/>
                  </a:cubicBezTo>
                  <a:cubicBezTo>
                    <a:pt x="1" y="101"/>
                    <a:pt x="1018" y="134"/>
                    <a:pt x="2280" y="134"/>
                  </a:cubicBezTo>
                  <a:cubicBezTo>
                    <a:pt x="3543" y="134"/>
                    <a:pt x="4560" y="101"/>
                    <a:pt x="4560" y="67"/>
                  </a:cubicBezTo>
                  <a:cubicBezTo>
                    <a:pt x="4560" y="23"/>
                    <a:pt x="3543" y="0"/>
                    <a:pt x="2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46"/>
            <p:cNvSpPr/>
            <p:nvPr/>
          </p:nvSpPr>
          <p:spPr>
            <a:xfrm>
              <a:off x="8885325" y="4122300"/>
              <a:ext cx="203950" cy="327950"/>
            </a:xfrm>
            <a:custGeom>
              <a:avLst/>
              <a:gdLst/>
              <a:ahLst/>
              <a:cxnLst/>
              <a:rect l="l" t="t" r="r" b="b"/>
              <a:pathLst>
                <a:path w="4079" h="6559" extrusionOk="0">
                  <a:moveTo>
                    <a:pt x="1" y="0"/>
                  </a:moveTo>
                  <a:lnTo>
                    <a:pt x="1" y="6559"/>
                  </a:lnTo>
                  <a:lnTo>
                    <a:pt x="4079" y="6559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46"/>
            <p:cNvSpPr/>
            <p:nvPr/>
          </p:nvSpPr>
          <p:spPr>
            <a:xfrm>
              <a:off x="8885875" y="4126200"/>
              <a:ext cx="203950" cy="8400"/>
            </a:xfrm>
            <a:custGeom>
              <a:avLst/>
              <a:gdLst/>
              <a:ahLst/>
              <a:cxnLst/>
              <a:rect l="l" t="t" r="r" b="b"/>
              <a:pathLst>
                <a:path w="4079" h="168" extrusionOk="0">
                  <a:moveTo>
                    <a:pt x="1" y="0"/>
                  </a:moveTo>
                  <a:lnTo>
                    <a:pt x="1" y="134"/>
                  </a:lnTo>
                  <a:cubicBezTo>
                    <a:pt x="369" y="157"/>
                    <a:pt x="1140" y="168"/>
                    <a:pt x="2034" y="168"/>
                  </a:cubicBezTo>
                  <a:cubicBezTo>
                    <a:pt x="2928" y="168"/>
                    <a:pt x="3699" y="157"/>
                    <a:pt x="4079" y="134"/>
                  </a:cubicBezTo>
                  <a:lnTo>
                    <a:pt x="407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46"/>
            <p:cNvSpPr/>
            <p:nvPr/>
          </p:nvSpPr>
          <p:spPr>
            <a:xfrm>
              <a:off x="8933375" y="4231800"/>
              <a:ext cx="109000" cy="108950"/>
            </a:xfrm>
            <a:custGeom>
              <a:avLst/>
              <a:gdLst/>
              <a:ahLst/>
              <a:cxnLst/>
              <a:rect l="l" t="t" r="r" b="b"/>
              <a:pathLst>
                <a:path w="2180" h="2179" extrusionOk="0">
                  <a:moveTo>
                    <a:pt x="1084" y="0"/>
                  </a:moveTo>
                  <a:cubicBezTo>
                    <a:pt x="704" y="0"/>
                    <a:pt x="369" y="190"/>
                    <a:pt x="179" y="492"/>
                  </a:cubicBezTo>
                  <a:cubicBezTo>
                    <a:pt x="67" y="659"/>
                    <a:pt x="0" y="872"/>
                    <a:pt x="0" y="1084"/>
                  </a:cubicBezTo>
                  <a:cubicBezTo>
                    <a:pt x="0" y="1307"/>
                    <a:pt x="67" y="1508"/>
                    <a:pt x="179" y="1687"/>
                  </a:cubicBezTo>
                  <a:cubicBezTo>
                    <a:pt x="369" y="1978"/>
                    <a:pt x="704" y="2179"/>
                    <a:pt x="1084" y="2179"/>
                  </a:cubicBezTo>
                  <a:cubicBezTo>
                    <a:pt x="1352" y="2179"/>
                    <a:pt x="1587" y="2089"/>
                    <a:pt x="1766" y="1944"/>
                  </a:cubicBezTo>
                  <a:cubicBezTo>
                    <a:pt x="2023" y="1743"/>
                    <a:pt x="2179" y="1441"/>
                    <a:pt x="2179" y="1084"/>
                  </a:cubicBezTo>
                  <a:cubicBezTo>
                    <a:pt x="2179" y="760"/>
                    <a:pt x="2023" y="447"/>
                    <a:pt x="1766" y="235"/>
                  </a:cubicBezTo>
                  <a:cubicBezTo>
                    <a:pt x="1587" y="89"/>
                    <a:pt x="1352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6"/>
            <p:cNvSpPr/>
            <p:nvPr/>
          </p:nvSpPr>
          <p:spPr>
            <a:xfrm>
              <a:off x="8873575" y="4122850"/>
              <a:ext cx="228000" cy="7850"/>
            </a:xfrm>
            <a:custGeom>
              <a:avLst/>
              <a:gdLst/>
              <a:ahLst/>
              <a:cxnLst/>
              <a:rect l="l" t="t" r="r" b="b"/>
              <a:pathLst>
                <a:path w="4560" h="157" extrusionOk="0">
                  <a:moveTo>
                    <a:pt x="1" y="0"/>
                  </a:moveTo>
                  <a:lnTo>
                    <a:pt x="1" y="90"/>
                  </a:lnTo>
                  <a:cubicBezTo>
                    <a:pt x="1" y="123"/>
                    <a:pt x="1029" y="157"/>
                    <a:pt x="2280" y="157"/>
                  </a:cubicBezTo>
                  <a:cubicBezTo>
                    <a:pt x="3543" y="157"/>
                    <a:pt x="4560" y="123"/>
                    <a:pt x="4560" y="90"/>
                  </a:cubicBezTo>
                  <a:lnTo>
                    <a:pt x="4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46"/>
            <p:cNvSpPr/>
            <p:nvPr/>
          </p:nvSpPr>
          <p:spPr>
            <a:xfrm>
              <a:off x="8873575" y="4119500"/>
              <a:ext cx="228000" cy="6750"/>
            </a:xfrm>
            <a:custGeom>
              <a:avLst/>
              <a:gdLst/>
              <a:ahLst/>
              <a:cxnLst/>
              <a:rect l="l" t="t" r="r" b="b"/>
              <a:pathLst>
                <a:path w="4560" h="135" extrusionOk="0">
                  <a:moveTo>
                    <a:pt x="2280" y="0"/>
                  </a:moveTo>
                  <a:cubicBezTo>
                    <a:pt x="1018" y="0"/>
                    <a:pt x="1" y="34"/>
                    <a:pt x="1" y="67"/>
                  </a:cubicBezTo>
                  <a:cubicBezTo>
                    <a:pt x="1" y="101"/>
                    <a:pt x="1018" y="134"/>
                    <a:pt x="2280" y="134"/>
                  </a:cubicBezTo>
                  <a:cubicBezTo>
                    <a:pt x="3543" y="134"/>
                    <a:pt x="4560" y="101"/>
                    <a:pt x="4560" y="67"/>
                  </a:cubicBezTo>
                  <a:cubicBezTo>
                    <a:pt x="4560" y="34"/>
                    <a:pt x="3543" y="0"/>
                    <a:pt x="2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46"/>
            <p:cNvSpPr/>
            <p:nvPr/>
          </p:nvSpPr>
          <p:spPr>
            <a:xfrm>
              <a:off x="8885875" y="4192650"/>
              <a:ext cx="203950" cy="3400"/>
            </a:xfrm>
            <a:custGeom>
              <a:avLst/>
              <a:gdLst/>
              <a:ahLst/>
              <a:cxnLst/>
              <a:rect l="l" t="t" r="r" b="b"/>
              <a:pathLst>
                <a:path w="4079" h="68" extrusionOk="0">
                  <a:moveTo>
                    <a:pt x="1" y="1"/>
                  </a:moveTo>
                  <a:lnTo>
                    <a:pt x="1" y="68"/>
                  </a:lnTo>
                  <a:lnTo>
                    <a:pt x="4079" y="68"/>
                  </a:lnTo>
                  <a:lnTo>
                    <a:pt x="4079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46"/>
            <p:cNvSpPr/>
            <p:nvPr/>
          </p:nvSpPr>
          <p:spPr>
            <a:xfrm>
              <a:off x="8885875" y="43720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0"/>
                  </a:moveTo>
                  <a:lnTo>
                    <a:pt x="1" y="79"/>
                  </a:lnTo>
                  <a:lnTo>
                    <a:pt x="4079" y="79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46"/>
            <p:cNvSpPr/>
            <p:nvPr/>
          </p:nvSpPr>
          <p:spPr>
            <a:xfrm>
              <a:off x="8938975" y="4237850"/>
              <a:ext cx="97800" cy="92300"/>
            </a:xfrm>
            <a:custGeom>
              <a:avLst/>
              <a:gdLst/>
              <a:ahLst/>
              <a:cxnLst/>
              <a:rect l="l" t="t" r="r" b="b"/>
              <a:pathLst>
                <a:path w="1956" h="1846" extrusionOk="0">
                  <a:moveTo>
                    <a:pt x="972" y="784"/>
                  </a:moveTo>
                  <a:cubicBezTo>
                    <a:pt x="1207" y="784"/>
                    <a:pt x="1207" y="1153"/>
                    <a:pt x="972" y="1153"/>
                  </a:cubicBezTo>
                  <a:cubicBezTo>
                    <a:pt x="738" y="1153"/>
                    <a:pt x="738" y="784"/>
                    <a:pt x="972" y="784"/>
                  </a:cubicBezTo>
                  <a:close/>
                  <a:moveTo>
                    <a:pt x="954" y="0"/>
                  </a:moveTo>
                  <a:cubicBezTo>
                    <a:pt x="784" y="0"/>
                    <a:pt x="613" y="46"/>
                    <a:pt x="458" y="147"/>
                  </a:cubicBezTo>
                  <a:cubicBezTo>
                    <a:pt x="536" y="348"/>
                    <a:pt x="671" y="561"/>
                    <a:pt x="793" y="773"/>
                  </a:cubicBezTo>
                  <a:cubicBezTo>
                    <a:pt x="749" y="818"/>
                    <a:pt x="726" y="873"/>
                    <a:pt x="704" y="929"/>
                  </a:cubicBezTo>
                  <a:cubicBezTo>
                    <a:pt x="458" y="940"/>
                    <a:pt x="224" y="952"/>
                    <a:pt x="0" y="996"/>
                  </a:cubicBezTo>
                  <a:cubicBezTo>
                    <a:pt x="0" y="1376"/>
                    <a:pt x="235" y="1678"/>
                    <a:pt x="570" y="1845"/>
                  </a:cubicBezTo>
                  <a:cubicBezTo>
                    <a:pt x="671" y="1656"/>
                    <a:pt x="782" y="1443"/>
                    <a:pt x="905" y="1220"/>
                  </a:cubicBezTo>
                  <a:cubicBezTo>
                    <a:pt x="928" y="1225"/>
                    <a:pt x="947" y="1228"/>
                    <a:pt x="967" y="1228"/>
                  </a:cubicBezTo>
                  <a:cubicBezTo>
                    <a:pt x="986" y="1228"/>
                    <a:pt x="1006" y="1225"/>
                    <a:pt x="1028" y="1220"/>
                  </a:cubicBezTo>
                  <a:cubicBezTo>
                    <a:pt x="1151" y="1443"/>
                    <a:pt x="1263" y="1656"/>
                    <a:pt x="1363" y="1845"/>
                  </a:cubicBezTo>
                  <a:cubicBezTo>
                    <a:pt x="1698" y="1678"/>
                    <a:pt x="1955" y="1376"/>
                    <a:pt x="1933" y="996"/>
                  </a:cubicBezTo>
                  <a:cubicBezTo>
                    <a:pt x="1855" y="996"/>
                    <a:pt x="1754" y="974"/>
                    <a:pt x="1654" y="974"/>
                  </a:cubicBezTo>
                  <a:cubicBezTo>
                    <a:pt x="1520" y="952"/>
                    <a:pt x="1374" y="940"/>
                    <a:pt x="1240" y="940"/>
                  </a:cubicBezTo>
                  <a:cubicBezTo>
                    <a:pt x="1229" y="873"/>
                    <a:pt x="1196" y="818"/>
                    <a:pt x="1151" y="773"/>
                  </a:cubicBezTo>
                  <a:cubicBezTo>
                    <a:pt x="1263" y="549"/>
                    <a:pt x="1397" y="337"/>
                    <a:pt x="1486" y="147"/>
                  </a:cubicBezTo>
                  <a:cubicBezTo>
                    <a:pt x="1323" y="54"/>
                    <a:pt x="1139" y="0"/>
                    <a:pt x="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46"/>
            <p:cNvSpPr/>
            <p:nvPr/>
          </p:nvSpPr>
          <p:spPr>
            <a:xfrm>
              <a:off x="8885875" y="43921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1"/>
                  </a:moveTo>
                  <a:lnTo>
                    <a:pt x="1" y="79"/>
                  </a:lnTo>
                  <a:lnTo>
                    <a:pt x="4079" y="79"/>
                  </a:lnTo>
                  <a:lnTo>
                    <a:pt x="4079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46"/>
            <p:cNvSpPr/>
            <p:nvPr/>
          </p:nvSpPr>
          <p:spPr>
            <a:xfrm>
              <a:off x="8885875" y="42128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0"/>
                  </a:moveTo>
                  <a:lnTo>
                    <a:pt x="1" y="78"/>
                  </a:lnTo>
                  <a:lnTo>
                    <a:pt x="4079" y="78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46"/>
            <p:cNvSpPr/>
            <p:nvPr/>
          </p:nvSpPr>
          <p:spPr>
            <a:xfrm>
              <a:off x="8874725" y="4196600"/>
              <a:ext cx="225150" cy="16800"/>
            </a:xfrm>
            <a:custGeom>
              <a:avLst/>
              <a:gdLst/>
              <a:ahLst/>
              <a:cxnLst/>
              <a:rect l="l" t="t" r="r" b="b"/>
              <a:pathLst>
                <a:path w="4503" h="336" extrusionOk="0">
                  <a:moveTo>
                    <a:pt x="146" y="0"/>
                  </a:moveTo>
                  <a:cubicBezTo>
                    <a:pt x="112" y="0"/>
                    <a:pt x="67" y="22"/>
                    <a:pt x="34" y="56"/>
                  </a:cubicBezTo>
                  <a:cubicBezTo>
                    <a:pt x="11" y="90"/>
                    <a:pt x="0" y="134"/>
                    <a:pt x="0" y="168"/>
                  </a:cubicBezTo>
                  <a:cubicBezTo>
                    <a:pt x="0" y="268"/>
                    <a:pt x="67" y="335"/>
                    <a:pt x="146" y="335"/>
                  </a:cubicBezTo>
                  <a:lnTo>
                    <a:pt x="4358" y="335"/>
                  </a:lnTo>
                  <a:cubicBezTo>
                    <a:pt x="4436" y="335"/>
                    <a:pt x="4503" y="268"/>
                    <a:pt x="4503" y="168"/>
                  </a:cubicBezTo>
                  <a:cubicBezTo>
                    <a:pt x="4503" y="78"/>
                    <a:pt x="4436" y="0"/>
                    <a:pt x="4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46"/>
            <p:cNvSpPr/>
            <p:nvPr/>
          </p:nvSpPr>
          <p:spPr>
            <a:xfrm>
              <a:off x="8874725" y="4375900"/>
              <a:ext cx="225150" cy="16250"/>
            </a:xfrm>
            <a:custGeom>
              <a:avLst/>
              <a:gdLst/>
              <a:ahLst/>
              <a:cxnLst/>
              <a:rect l="l" t="t" r="r" b="b"/>
              <a:pathLst>
                <a:path w="4503" h="325" extrusionOk="0">
                  <a:moveTo>
                    <a:pt x="146" y="1"/>
                  </a:moveTo>
                  <a:cubicBezTo>
                    <a:pt x="112" y="1"/>
                    <a:pt x="67" y="12"/>
                    <a:pt x="34" y="45"/>
                  </a:cubicBezTo>
                  <a:cubicBezTo>
                    <a:pt x="11" y="79"/>
                    <a:pt x="0" y="124"/>
                    <a:pt x="0" y="157"/>
                  </a:cubicBezTo>
                  <a:cubicBezTo>
                    <a:pt x="0" y="258"/>
                    <a:pt x="67" y="325"/>
                    <a:pt x="146" y="325"/>
                  </a:cubicBezTo>
                  <a:lnTo>
                    <a:pt x="4358" y="325"/>
                  </a:lnTo>
                  <a:cubicBezTo>
                    <a:pt x="4436" y="325"/>
                    <a:pt x="4503" y="258"/>
                    <a:pt x="4503" y="157"/>
                  </a:cubicBezTo>
                  <a:cubicBezTo>
                    <a:pt x="4503" y="68"/>
                    <a:pt x="4436" y="1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46"/>
            <p:cNvSpPr/>
            <p:nvPr/>
          </p:nvSpPr>
          <p:spPr>
            <a:xfrm>
              <a:off x="8898175" y="4139600"/>
              <a:ext cx="44200" cy="298350"/>
            </a:xfrm>
            <a:custGeom>
              <a:avLst/>
              <a:gdLst/>
              <a:ahLst/>
              <a:cxnLst/>
              <a:rect l="l" t="t" r="r" b="b"/>
              <a:pathLst>
                <a:path w="884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883" y="5967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46"/>
            <p:cNvSpPr/>
            <p:nvPr/>
          </p:nvSpPr>
          <p:spPr>
            <a:xfrm>
              <a:off x="9021625" y="4139600"/>
              <a:ext cx="37500" cy="298350"/>
            </a:xfrm>
            <a:custGeom>
              <a:avLst/>
              <a:gdLst/>
              <a:ahLst/>
              <a:cxnLst/>
              <a:rect l="l" t="t" r="r" b="b"/>
              <a:pathLst>
                <a:path w="750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749" y="596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46"/>
            <p:cNvSpPr/>
            <p:nvPr/>
          </p:nvSpPr>
          <p:spPr>
            <a:xfrm>
              <a:off x="9066325" y="4139600"/>
              <a:ext cx="12900" cy="298350"/>
            </a:xfrm>
            <a:custGeom>
              <a:avLst/>
              <a:gdLst/>
              <a:ahLst/>
              <a:cxnLst/>
              <a:rect l="l" t="t" r="r" b="b"/>
              <a:pathLst>
                <a:path w="258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258" y="596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05" name="Google Shape;1205;p46"/>
          <p:cNvGrpSpPr/>
          <p:nvPr/>
        </p:nvGrpSpPr>
        <p:grpSpPr>
          <a:xfrm>
            <a:off x="2240653" y="6162349"/>
            <a:ext cx="421887" cy="285273"/>
            <a:chOff x="8537825" y="4240150"/>
            <a:chExt cx="338050" cy="228000"/>
          </a:xfrm>
        </p:grpSpPr>
        <p:sp>
          <p:nvSpPr>
            <p:cNvPr id="1206" name="Google Shape;1206;p46"/>
            <p:cNvSpPr/>
            <p:nvPr/>
          </p:nvSpPr>
          <p:spPr>
            <a:xfrm>
              <a:off x="8868025" y="4240150"/>
              <a:ext cx="7850" cy="228000"/>
            </a:xfrm>
            <a:custGeom>
              <a:avLst/>
              <a:gdLst/>
              <a:ahLst/>
              <a:cxnLst/>
              <a:rect l="l" t="t" r="r" b="b"/>
              <a:pathLst>
                <a:path w="157" h="4560" extrusionOk="0">
                  <a:moveTo>
                    <a:pt x="0" y="1"/>
                  </a:moveTo>
                  <a:lnTo>
                    <a:pt x="0" y="4559"/>
                  </a:lnTo>
                  <a:lnTo>
                    <a:pt x="90" y="4559"/>
                  </a:lnTo>
                  <a:cubicBezTo>
                    <a:pt x="123" y="4559"/>
                    <a:pt x="157" y="3531"/>
                    <a:pt x="157" y="2280"/>
                  </a:cubicBezTo>
                  <a:cubicBezTo>
                    <a:pt x="157" y="1017"/>
                    <a:pt x="123" y="1"/>
                    <a:pt x="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46"/>
            <p:cNvSpPr/>
            <p:nvPr/>
          </p:nvSpPr>
          <p:spPr>
            <a:xfrm>
              <a:off x="8864675" y="4240150"/>
              <a:ext cx="6750" cy="227450"/>
            </a:xfrm>
            <a:custGeom>
              <a:avLst/>
              <a:gdLst/>
              <a:ahLst/>
              <a:cxnLst/>
              <a:rect l="l" t="t" r="r" b="b"/>
              <a:pathLst>
                <a:path w="135" h="4549" extrusionOk="0">
                  <a:moveTo>
                    <a:pt x="67" y="1"/>
                  </a:moveTo>
                  <a:cubicBezTo>
                    <a:pt x="34" y="1"/>
                    <a:pt x="0" y="1017"/>
                    <a:pt x="0" y="2280"/>
                  </a:cubicBezTo>
                  <a:cubicBezTo>
                    <a:pt x="0" y="3531"/>
                    <a:pt x="34" y="4548"/>
                    <a:pt x="67" y="4548"/>
                  </a:cubicBezTo>
                  <a:cubicBezTo>
                    <a:pt x="112" y="4548"/>
                    <a:pt x="134" y="3531"/>
                    <a:pt x="134" y="2280"/>
                  </a:cubicBezTo>
                  <a:cubicBezTo>
                    <a:pt x="134" y="1017"/>
                    <a:pt x="112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6"/>
            <p:cNvSpPr/>
            <p:nvPr/>
          </p:nvSpPr>
          <p:spPr>
            <a:xfrm>
              <a:off x="8540625" y="4251900"/>
              <a:ext cx="328000" cy="203950"/>
            </a:xfrm>
            <a:custGeom>
              <a:avLst/>
              <a:gdLst/>
              <a:ahLst/>
              <a:cxnLst/>
              <a:rect l="l" t="t" r="r" b="b"/>
              <a:pathLst>
                <a:path w="6560" h="4079" extrusionOk="0">
                  <a:moveTo>
                    <a:pt x="1" y="0"/>
                  </a:moveTo>
                  <a:lnTo>
                    <a:pt x="1" y="4078"/>
                  </a:lnTo>
                  <a:lnTo>
                    <a:pt x="6559" y="4078"/>
                  </a:lnTo>
                  <a:lnTo>
                    <a:pt x="65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46"/>
            <p:cNvSpPr/>
            <p:nvPr/>
          </p:nvSpPr>
          <p:spPr>
            <a:xfrm>
              <a:off x="8545125" y="4251900"/>
              <a:ext cx="8400" cy="203950"/>
            </a:xfrm>
            <a:custGeom>
              <a:avLst/>
              <a:gdLst/>
              <a:ahLst/>
              <a:cxnLst/>
              <a:rect l="l" t="t" r="r" b="b"/>
              <a:pathLst>
                <a:path w="1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123" y="4078"/>
                  </a:lnTo>
                  <a:cubicBezTo>
                    <a:pt x="145" y="3710"/>
                    <a:pt x="168" y="2939"/>
                    <a:pt x="168" y="2045"/>
                  </a:cubicBezTo>
                  <a:cubicBezTo>
                    <a:pt x="168" y="1151"/>
                    <a:pt x="145" y="380"/>
                    <a:pt x="123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6"/>
            <p:cNvSpPr/>
            <p:nvPr/>
          </p:nvSpPr>
          <p:spPr>
            <a:xfrm>
              <a:off x="8651275" y="4299350"/>
              <a:ext cx="108950" cy="109000"/>
            </a:xfrm>
            <a:custGeom>
              <a:avLst/>
              <a:gdLst/>
              <a:ahLst/>
              <a:cxnLst/>
              <a:rect l="l" t="t" r="r" b="b"/>
              <a:pathLst>
                <a:path w="2179" h="2180" extrusionOk="0">
                  <a:moveTo>
                    <a:pt x="1084" y="1"/>
                  </a:moveTo>
                  <a:cubicBezTo>
                    <a:pt x="737" y="1"/>
                    <a:pt x="425" y="169"/>
                    <a:pt x="235" y="414"/>
                  </a:cubicBezTo>
                  <a:cubicBezTo>
                    <a:pt x="78" y="593"/>
                    <a:pt x="0" y="828"/>
                    <a:pt x="0" y="1096"/>
                  </a:cubicBezTo>
                  <a:cubicBezTo>
                    <a:pt x="0" y="1476"/>
                    <a:pt x="190" y="1811"/>
                    <a:pt x="480" y="2001"/>
                  </a:cubicBezTo>
                  <a:cubicBezTo>
                    <a:pt x="648" y="2113"/>
                    <a:pt x="860" y="2180"/>
                    <a:pt x="1084" y="2180"/>
                  </a:cubicBezTo>
                  <a:cubicBezTo>
                    <a:pt x="1307" y="2180"/>
                    <a:pt x="1508" y="2113"/>
                    <a:pt x="1687" y="2001"/>
                  </a:cubicBezTo>
                  <a:cubicBezTo>
                    <a:pt x="1978" y="1811"/>
                    <a:pt x="2179" y="1476"/>
                    <a:pt x="2179" y="1096"/>
                  </a:cubicBezTo>
                  <a:cubicBezTo>
                    <a:pt x="2179" y="828"/>
                    <a:pt x="2089" y="593"/>
                    <a:pt x="1933" y="414"/>
                  </a:cubicBezTo>
                  <a:cubicBezTo>
                    <a:pt x="1743" y="157"/>
                    <a:pt x="1430" y="1"/>
                    <a:pt x="10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6"/>
            <p:cNvSpPr/>
            <p:nvPr/>
          </p:nvSpPr>
          <p:spPr>
            <a:xfrm>
              <a:off x="8541175" y="4240150"/>
              <a:ext cx="7900" cy="228000"/>
            </a:xfrm>
            <a:custGeom>
              <a:avLst/>
              <a:gdLst/>
              <a:ahLst/>
              <a:cxnLst/>
              <a:rect l="l" t="t" r="r" b="b"/>
              <a:pathLst>
                <a:path w="158" h="4560" extrusionOk="0">
                  <a:moveTo>
                    <a:pt x="1" y="1"/>
                  </a:moveTo>
                  <a:lnTo>
                    <a:pt x="1" y="4559"/>
                  </a:lnTo>
                  <a:lnTo>
                    <a:pt x="90" y="4559"/>
                  </a:lnTo>
                  <a:cubicBezTo>
                    <a:pt x="124" y="4559"/>
                    <a:pt x="157" y="3531"/>
                    <a:pt x="157" y="2280"/>
                  </a:cubicBezTo>
                  <a:cubicBezTo>
                    <a:pt x="157" y="1017"/>
                    <a:pt x="124" y="1"/>
                    <a:pt x="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6"/>
            <p:cNvSpPr/>
            <p:nvPr/>
          </p:nvSpPr>
          <p:spPr>
            <a:xfrm>
              <a:off x="8537825" y="4240150"/>
              <a:ext cx="7350" cy="227450"/>
            </a:xfrm>
            <a:custGeom>
              <a:avLst/>
              <a:gdLst/>
              <a:ahLst/>
              <a:cxnLst/>
              <a:rect l="l" t="t" r="r" b="b"/>
              <a:pathLst>
                <a:path w="147" h="4549" extrusionOk="0">
                  <a:moveTo>
                    <a:pt x="68" y="1"/>
                  </a:moveTo>
                  <a:cubicBezTo>
                    <a:pt x="34" y="1"/>
                    <a:pt x="1" y="1017"/>
                    <a:pt x="1" y="2280"/>
                  </a:cubicBezTo>
                  <a:cubicBezTo>
                    <a:pt x="1" y="3531"/>
                    <a:pt x="34" y="4548"/>
                    <a:pt x="68" y="4548"/>
                  </a:cubicBezTo>
                  <a:cubicBezTo>
                    <a:pt x="113" y="4548"/>
                    <a:pt x="146" y="3531"/>
                    <a:pt x="146" y="2280"/>
                  </a:cubicBezTo>
                  <a:cubicBezTo>
                    <a:pt x="146" y="1017"/>
                    <a:pt x="113" y="1"/>
                    <a:pt x="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6"/>
            <p:cNvSpPr/>
            <p:nvPr/>
          </p:nvSpPr>
          <p:spPr>
            <a:xfrm>
              <a:off x="86121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1" y="0"/>
                  </a:moveTo>
                  <a:lnTo>
                    <a:pt x="1" y="4078"/>
                  </a:lnTo>
                  <a:lnTo>
                    <a:pt x="68" y="407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6"/>
            <p:cNvSpPr/>
            <p:nvPr/>
          </p:nvSpPr>
          <p:spPr>
            <a:xfrm>
              <a:off x="87909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67" y="407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46"/>
            <p:cNvSpPr/>
            <p:nvPr/>
          </p:nvSpPr>
          <p:spPr>
            <a:xfrm>
              <a:off x="8652925" y="4306000"/>
              <a:ext cx="95600" cy="96750"/>
            </a:xfrm>
            <a:custGeom>
              <a:avLst/>
              <a:gdLst/>
              <a:ahLst/>
              <a:cxnLst/>
              <a:rect l="l" t="t" r="r" b="b"/>
              <a:pathLst>
                <a:path w="1912" h="1935" extrusionOk="0">
                  <a:moveTo>
                    <a:pt x="1044" y="787"/>
                  </a:moveTo>
                  <a:cubicBezTo>
                    <a:pt x="1135" y="787"/>
                    <a:pt x="1224" y="846"/>
                    <a:pt x="1218" y="963"/>
                  </a:cubicBezTo>
                  <a:cubicBezTo>
                    <a:pt x="1218" y="1080"/>
                    <a:pt x="1129" y="1139"/>
                    <a:pt x="1040" y="1139"/>
                  </a:cubicBezTo>
                  <a:cubicBezTo>
                    <a:pt x="950" y="1139"/>
                    <a:pt x="861" y="1080"/>
                    <a:pt x="861" y="963"/>
                  </a:cubicBezTo>
                  <a:cubicBezTo>
                    <a:pt x="861" y="846"/>
                    <a:pt x="953" y="787"/>
                    <a:pt x="1044" y="787"/>
                  </a:cubicBezTo>
                  <a:close/>
                  <a:moveTo>
                    <a:pt x="1108" y="1"/>
                  </a:moveTo>
                  <a:cubicBezTo>
                    <a:pt x="1093" y="1"/>
                    <a:pt x="1077" y="1"/>
                    <a:pt x="1062" y="2"/>
                  </a:cubicBezTo>
                  <a:cubicBezTo>
                    <a:pt x="1062" y="80"/>
                    <a:pt x="1051" y="181"/>
                    <a:pt x="1040" y="281"/>
                  </a:cubicBezTo>
                  <a:cubicBezTo>
                    <a:pt x="1028" y="415"/>
                    <a:pt x="1006" y="561"/>
                    <a:pt x="1006" y="695"/>
                  </a:cubicBezTo>
                  <a:cubicBezTo>
                    <a:pt x="939" y="706"/>
                    <a:pt x="883" y="739"/>
                    <a:pt x="839" y="784"/>
                  </a:cubicBezTo>
                  <a:cubicBezTo>
                    <a:pt x="615" y="672"/>
                    <a:pt x="414" y="538"/>
                    <a:pt x="213" y="449"/>
                  </a:cubicBezTo>
                  <a:cubicBezTo>
                    <a:pt x="34" y="762"/>
                    <a:pt x="1" y="1153"/>
                    <a:pt x="213" y="1477"/>
                  </a:cubicBezTo>
                  <a:cubicBezTo>
                    <a:pt x="425" y="1399"/>
                    <a:pt x="637" y="1265"/>
                    <a:pt x="839" y="1142"/>
                  </a:cubicBezTo>
                  <a:cubicBezTo>
                    <a:pt x="883" y="1186"/>
                    <a:pt x="939" y="1209"/>
                    <a:pt x="995" y="1231"/>
                  </a:cubicBezTo>
                  <a:cubicBezTo>
                    <a:pt x="1006" y="1477"/>
                    <a:pt x="1028" y="1712"/>
                    <a:pt x="1062" y="1935"/>
                  </a:cubicBezTo>
                  <a:cubicBezTo>
                    <a:pt x="1442" y="1935"/>
                    <a:pt x="1755" y="1700"/>
                    <a:pt x="1911" y="1365"/>
                  </a:cubicBezTo>
                  <a:cubicBezTo>
                    <a:pt x="1721" y="1265"/>
                    <a:pt x="1509" y="1153"/>
                    <a:pt x="1285" y="1030"/>
                  </a:cubicBezTo>
                  <a:cubicBezTo>
                    <a:pt x="1297" y="985"/>
                    <a:pt x="1297" y="952"/>
                    <a:pt x="1285" y="907"/>
                  </a:cubicBezTo>
                  <a:cubicBezTo>
                    <a:pt x="1509" y="784"/>
                    <a:pt x="1721" y="672"/>
                    <a:pt x="1911" y="572"/>
                  </a:cubicBezTo>
                  <a:cubicBezTo>
                    <a:pt x="1750" y="250"/>
                    <a:pt x="1466" y="1"/>
                    <a:pt x="11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46"/>
            <p:cNvSpPr/>
            <p:nvPr/>
          </p:nvSpPr>
          <p:spPr>
            <a:xfrm>
              <a:off x="88110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1" y="0"/>
                  </a:moveTo>
                  <a:lnTo>
                    <a:pt x="1" y="615"/>
                  </a:lnTo>
                  <a:lnTo>
                    <a:pt x="1" y="4078"/>
                  </a:lnTo>
                  <a:lnTo>
                    <a:pt x="68" y="407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863227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67" y="407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8615475" y="4241850"/>
              <a:ext cx="16850" cy="225150"/>
            </a:xfrm>
            <a:custGeom>
              <a:avLst/>
              <a:gdLst/>
              <a:ahLst/>
              <a:cxnLst/>
              <a:rect l="l" t="t" r="r" b="b"/>
              <a:pathLst>
                <a:path w="337" h="4503" extrusionOk="0">
                  <a:moveTo>
                    <a:pt x="169" y="0"/>
                  </a:moveTo>
                  <a:cubicBezTo>
                    <a:pt x="68" y="0"/>
                    <a:pt x="1" y="67"/>
                    <a:pt x="1" y="145"/>
                  </a:cubicBezTo>
                  <a:lnTo>
                    <a:pt x="1" y="414"/>
                  </a:lnTo>
                  <a:lnTo>
                    <a:pt x="1" y="659"/>
                  </a:lnTo>
                  <a:lnTo>
                    <a:pt x="1" y="816"/>
                  </a:lnTo>
                  <a:lnTo>
                    <a:pt x="1" y="1553"/>
                  </a:lnTo>
                  <a:lnTo>
                    <a:pt x="1" y="3151"/>
                  </a:lnTo>
                  <a:lnTo>
                    <a:pt x="1" y="4034"/>
                  </a:lnTo>
                  <a:lnTo>
                    <a:pt x="1" y="4346"/>
                  </a:lnTo>
                  <a:cubicBezTo>
                    <a:pt x="1" y="4391"/>
                    <a:pt x="12" y="4436"/>
                    <a:pt x="57" y="4458"/>
                  </a:cubicBezTo>
                  <a:cubicBezTo>
                    <a:pt x="79" y="4492"/>
                    <a:pt x="124" y="4503"/>
                    <a:pt x="169" y="4503"/>
                  </a:cubicBezTo>
                  <a:cubicBezTo>
                    <a:pt x="269" y="4503"/>
                    <a:pt x="336" y="4436"/>
                    <a:pt x="336" y="4346"/>
                  </a:cubicBezTo>
                  <a:lnTo>
                    <a:pt x="336" y="4034"/>
                  </a:lnTo>
                  <a:lnTo>
                    <a:pt x="336" y="3151"/>
                  </a:lnTo>
                  <a:lnTo>
                    <a:pt x="336" y="1553"/>
                  </a:lnTo>
                  <a:lnTo>
                    <a:pt x="336" y="816"/>
                  </a:lnTo>
                  <a:lnTo>
                    <a:pt x="336" y="671"/>
                  </a:lnTo>
                  <a:lnTo>
                    <a:pt x="336" y="414"/>
                  </a:lnTo>
                  <a:lnTo>
                    <a:pt x="336" y="145"/>
                  </a:lnTo>
                  <a:cubicBezTo>
                    <a:pt x="336" y="67"/>
                    <a:pt x="26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8794275" y="4241250"/>
              <a:ext cx="16800" cy="225750"/>
            </a:xfrm>
            <a:custGeom>
              <a:avLst/>
              <a:gdLst/>
              <a:ahLst/>
              <a:cxnLst/>
              <a:rect l="l" t="t" r="r" b="b"/>
              <a:pathLst>
                <a:path w="336" h="4515" extrusionOk="0">
                  <a:moveTo>
                    <a:pt x="168" y="1"/>
                  </a:moveTo>
                  <a:cubicBezTo>
                    <a:pt x="79" y="12"/>
                    <a:pt x="0" y="79"/>
                    <a:pt x="0" y="157"/>
                  </a:cubicBezTo>
                  <a:lnTo>
                    <a:pt x="0" y="4046"/>
                  </a:lnTo>
                  <a:lnTo>
                    <a:pt x="0" y="4358"/>
                  </a:lnTo>
                  <a:cubicBezTo>
                    <a:pt x="0" y="4403"/>
                    <a:pt x="12" y="4448"/>
                    <a:pt x="56" y="4470"/>
                  </a:cubicBezTo>
                  <a:cubicBezTo>
                    <a:pt x="79" y="4504"/>
                    <a:pt x="123" y="4515"/>
                    <a:pt x="168" y="4515"/>
                  </a:cubicBezTo>
                  <a:cubicBezTo>
                    <a:pt x="268" y="4515"/>
                    <a:pt x="336" y="4448"/>
                    <a:pt x="336" y="4358"/>
                  </a:cubicBezTo>
                  <a:lnTo>
                    <a:pt x="336" y="4046"/>
                  </a:lnTo>
                  <a:lnTo>
                    <a:pt x="336" y="157"/>
                  </a:lnTo>
                  <a:cubicBezTo>
                    <a:pt x="336" y="79"/>
                    <a:pt x="268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8557975" y="4399350"/>
              <a:ext cx="298350" cy="44200"/>
            </a:xfrm>
            <a:custGeom>
              <a:avLst/>
              <a:gdLst/>
              <a:ahLst/>
              <a:cxnLst/>
              <a:rect l="l" t="t" r="r" b="b"/>
              <a:pathLst>
                <a:path w="5967" h="884" extrusionOk="0">
                  <a:moveTo>
                    <a:pt x="0" y="1"/>
                  </a:moveTo>
                  <a:lnTo>
                    <a:pt x="0" y="884"/>
                  </a:lnTo>
                  <a:lnTo>
                    <a:pt x="5967" y="884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8557975" y="4282600"/>
              <a:ext cx="298350" cy="37500"/>
            </a:xfrm>
            <a:custGeom>
              <a:avLst/>
              <a:gdLst/>
              <a:ahLst/>
              <a:cxnLst/>
              <a:rect l="l" t="t" r="r" b="b"/>
              <a:pathLst>
                <a:path w="5967" h="750" extrusionOk="0">
                  <a:moveTo>
                    <a:pt x="0" y="1"/>
                  </a:moveTo>
                  <a:lnTo>
                    <a:pt x="0" y="749"/>
                  </a:lnTo>
                  <a:lnTo>
                    <a:pt x="5967" y="749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8557975" y="4262500"/>
              <a:ext cx="298350" cy="12900"/>
            </a:xfrm>
            <a:custGeom>
              <a:avLst/>
              <a:gdLst/>
              <a:ahLst/>
              <a:cxnLst/>
              <a:rect l="l" t="t" r="r" b="b"/>
              <a:pathLst>
                <a:path w="5967" h="258" extrusionOk="0">
                  <a:moveTo>
                    <a:pt x="0" y="1"/>
                  </a:moveTo>
                  <a:lnTo>
                    <a:pt x="0" y="258"/>
                  </a:lnTo>
                  <a:lnTo>
                    <a:pt x="5967" y="258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8"/>
          <p:cNvSpPr txBox="1">
            <a:spLocks noGrp="1"/>
          </p:cNvSpPr>
          <p:nvPr>
            <p:ph type="title" idx="2"/>
          </p:nvPr>
        </p:nvSpPr>
        <p:spPr>
          <a:xfrm>
            <a:off x="890073" y="440023"/>
            <a:ext cx="3120259" cy="738800"/>
          </a:xfrm>
          <a:prstGeom prst="rect">
            <a:avLst/>
          </a:prstGeom>
        </p:spPr>
        <p:txBody>
          <a:bodyPr spcFirstLastPara="1" wrap="square" lIns="120000" tIns="121900" rIns="120000" bIns="121900" anchor="b" anchorCtr="0">
            <a:noAutofit/>
          </a:bodyPr>
          <a:lstStyle/>
          <a:p>
            <a:pPr lvl="0"/>
            <a:r>
              <a:rPr lang="en-US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7" name="Google Shape;1317;p48"/>
          <p:cNvSpPr txBox="1">
            <a:spLocks noGrp="1"/>
          </p:cNvSpPr>
          <p:nvPr>
            <p:ph type="subTitle" idx="1"/>
          </p:nvPr>
        </p:nvSpPr>
        <p:spPr>
          <a:xfrm>
            <a:off x="914556" y="1086482"/>
            <a:ext cx="4327803" cy="4083481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transparency in public service management.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faster identification and resolution of citizens’ problems.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paper-based and manual complaint handling processes.</a:t>
            </a:r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indent="0"/>
            <a:endParaRPr dirty="0"/>
          </a:p>
        </p:txBody>
      </p:sp>
      <p:sp>
        <p:nvSpPr>
          <p:cNvPr id="1320" name="Google Shape;1320;p48"/>
          <p:cNvSpPr/>
          <p:nvPr/>
        </p:nvSpPr>
        <p:spPr>
          <a:xfrm>
            <a:off x="190664" y="466056"/>
            <a:ext cx="672000" cy="6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161A27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323" name="Google Shape;1323;p48"/>
          <p:cNvGrpSpPr/>
          <p:nvPr/>
        </p:nvGrpSpPr>
        <p:grpSpPr>
          <a:xfrm>
            <a:off x="299698" y="533779"/>
            <a:ext cx="481343" cy="481069"/>
            <a:chOff x="3887863" y="2344737"/>
            <a:chExt cx="361007" cy="360802"/>
          </a:xfrm>
        </p:grpSpPr>
        <p:sp>
          <p:nvSpPr>
            <p:cNvPr id="1324" name="Google Shape;1324;p48"/>
            <p:cNvSpPr/>
            <p:nvPr/>
          </p:nvSpPr>
          <p:spPr>
            <a:xfrm>
              <a:off x="4150257" y="2413887"/>
              <a:ext cx="70445" cy="263517"/>
            </a:xfrm>
            <a:custGeom>
              <a:avLst/>
              <a:gdLst/>
              <a:ahLst/>
              <a:cxnLst/>
              <a:rect l="l" t="t" r="r" b="b"/>
              <a:pathLst>
                <a:path w="4467" h="16710" extrusionOk="0">
                  <a:moveTo>
                    <a:pt x="2233" y="892"/>
                  </a:moveTo>
                  <a:cubicBezTo>
                    <a:pt x="2479" y="892"/>
                    <a:pt x="2681" y="1091"/>
                    <a:pt x="2681" y="1339"/>
                  </a:cubicBezTo>
                  <a:lnTo>
                    <a:pt x="2681" y="5366"/>
                  </a:lnTo>
                  <a:lnTo>
                    <a:pt x="1789" y="5366"/>
                  </a:lnTo>
                  <a:lnTo>
                    <a:pt x="1789" y="1339"/>
                  </a:lnTo>
                  <a:cubicBezTo>
                    <a:pt x="1786" y="1094"/>
                    <a:pt x="1985" y="892"/>
                    <a:pt x="2233" y="892"/>
                  </a:cubicBezTo>
                  <a:close/>
                  <a:moveTo>
                    <a:pt x="2678" y="6266"/>
                  </a:moveTo>
                  <a:lnTo>
                    <a:pt x="2678" y="12931"/>
                  </a:lnTo>
                  <a:cubicBezTo>
                    <a:pt x="2678" y="13091"/>
                    <a:pt x="2762" y="13237"/>
                    <a:pt x="2900" y="13316"/>
                  </a:cubicBezTo>
                  <a:cubicBezTo>
                    <a:pt x="3316" y="13553"/>
                    <a:pt x="3570" y="13998"/>
                    <a:pt x="3570" y="14477"/>
                  </a:cubicBezTo>
                  <a:cubicBezTo>
                    <a:pt x="3572" y="15214"/>
                    <a:pt x="2971" y="15815"/>
                    <a:pt x="2233" y="15815"/>
                  </a:cubicBezTo>
                  <a:cubicBezTo>
                    <a:pt x="1493" y="15815"/>
                    <a:pt x="892" y="15214"/>
                    <a:pt x="892" y="14477"/>
                  </a:cubicBezTo>
                  <a:cubicBezTo>
                    <a:pt x="892" y="13998"/>
                    <a:pt x="1151" y="13553"/>
                    <a:pt x="1564" y="13316"/>
                  </a:cubicBezTo>
                  <a:cubicBezTo>
                    <a:pt x="1700" y="13237"/>
                    <a:pt x="1786" y="13088"/>
                    <a:pt x="1786" y="12931"/>
                  </a:cubicBezTo>
                  <a:lnTo>
                    <a:pt x="1786" y="6266"/>
                  </a:lnTo>
                  <a:close/>
                  <a:moveTo>
                    <a:pt x="2233" y="0"/>
                  </a:moveTo>
                  <a:cubicBezTo>
                    <a:pt x="1493" y="0"/>
                    <a:pt x="892" y="602"/>
                    <a:pt x="892" y="1339"/>
                  </a:cubicBezTo>
                  <a:lnTo>
                    <a:pt x="892" y="12688"/>
                  </a:lnTo>
                  <a:cubicBezTo>
                    <a:pt x="338" y="13106"/>
                    <a:pt x="0" y="13771"/>
                    <a:pt x="0" y="14477"/>
                  </a:cubicBezTo>
                  <a:cubicBezTo>
                    <a:pt x="0" y="15708"/>
                    <a:pt x="1004" y="16710"/>
                    <a:pt x="2233" y="16710"/>
                  </a:cubicBezTo>
                  <a:cubicBezTo>
                    <a:pt x="3462" y="16710"/>
                    <a:pt x="4467" y="15706"/>
                    <a:pt x="4467" y="14477"/>
                  </a:cubicBezTo>
                  <a:cubicBezTo>
                    <a:pt x="4467" y="13771"/>
                    <a:pt x="4129" y="13109"/>
                    <a:pt x="3572" y="12688"/>
                  </a:cubicBezTo>
                  <a:lnTo>
                    <a:pt x="3572" y="1339"/>
                  </a:lnTo>
                  <a:cubicBezTo>
                    <a:pt x="3572" y="602"/>
                    <a:pt x="2971" y="0"/>
                    <a:pt x="22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48"/>
            <p:cNvSpPr/>
            <p:nvPr/>
          </p:nvSpPr>
          <p:spPr>
            <a:xfrm>
              <a:off x="3887863" y="2344737"/>
              <a:ext cx="361007" cy="360802"/>
            </a:xfrm>
            <a:custGeom>
              <a:avLst/>
              <a:gdLst/>
              <a:ahLst/>
              <a:cxnLst/>
              <a:rect l="l" t="t" r="r" b="b"/>
              <a:pathLst>
                <a:path w="22892" h="22879" extrusionOk="0">
                  <a:moveTo>
                    <a:pt x="6815" y="2951"/>
                  </a:moveTo>
                  <a:cubicBezTo>
                    <a:pt x="7192" y="2951"/>
                    <a:pt x="7495" y="3254"/>
                    <a:pt x="7495" y="3630"/>
                  </a:cubicBezTo>
                  <a:lnTo>
                    <a:pt x="7495" y="3879"/>
                  </a:lnTo>
                  <a:cubicBezTo>
                    <a:pt x="7495" y="4255"/>
                    <a:pt x="7189" y="4559"/>
                    <a:pt x="6815" y="4559"/>
                  </a:cubicBezTo>
                  <a:cubicBezTo>
                    <a:pt x="5947" y="4559"/>
                    <a:pt x="5241" y="5265"/>
                    <a:pt x="5241" y="6135"/>
                  </a:cubicBezTo>
                  <a:lnTo>
                    <a:pt x="5241" y="6180"/>
                  </a:lnTo>
                  <a:cubicBezTo>
                    <a:pt x="5241" y="6556"/>
                    <a:pt x="4932" y="6860"/>
                    <a:pt x="4561" y="6860"/>
                  </a:cubicBezTo>
                  <a:lnTo>
                    <a:pt x="1533" y="6860"/>
                  </a:lnTo>
                  <a:cubicBezTo>
                    <a:pt x="2134" y="5317"/>
                    <a:pt x="3136" y="3970"/>
                    <a:pt x="4407" y="2951"/>
                  </a:cubicBezTo>
                  <a:close/>
                  <a:moveTo>
                    <a:pt x="16200" y="3045"/>
                  </a:moveTo>
                  <a:cubicBezTo>
                    <a:pt x="16333" y="3157"/>
                    <a:pt x="16469" y="3275"/>
                    <a:pt x="16595" y="3395"/>
                  </a:cubicBezTo>
                  <a:cubicBezTo>
                    <a:pt x="16064" y="3957"/>
                    <a:pt x="15737" y="4713"/>
                    <a:pt x="15737" y="5547"/>
                  </a:cubicBezTo>
                  <a:lnTo>
                    <a:pt x="15737" y="8614"/>
                  </a:lnTo>
                  <a:lnTo>
                    <a:pt x="11122" y="8614"/>
                  </a:lnTo>
                  <a:lnTo>
                    <a:pt x="11122" y="8612"/>
                  </a:lnTo>
                  <a:lnTo>
                    <a:pt x="10233" y="8612"/>
                  </a:lnTo>
                  <a:cubicBezTo>
                    <a:pt x="9469" y="8612"/>
                    <a:pt x="8852" y="7992"/>
                    <a:pt x="8852" y="7234"/>
                  </a:cubicBezTo>
                  <a:cubicBezTo>
                    <a:pt x="8852" y="6651"/>
                    <a:pt x="9325" y="6177"/>
                    <a:pt x="9908" y="6177"/>
                  </a:cubicBezTo>
                  <a:cubicBezTo>
                    <a:pt x="10620" y="6177"/>
                    <a:pt x="11203" y="5594"/>
                    <a:pt x="11203" y="4883"/>
                  </a:cubicBezTo>
                  <a:cubicBezTo>
                    <a:pt x="11203" y="3868"/>
                    <a:pt x="12026" y="3045"/>
                    <a:pt x="13038" y="3045"/>
                  </a:cubicBezTo>
                  <a:close/>
                  <a:moveTo>
                    <a:pt x="4179" y="15983"/>
                  </a:moveTo>
                  <a:cubicBezTo>
                    <a:pt x="4467" y="15983"/>
                    <a:pt x="4702" y="16218"/>
                    <a:pt x="4702" y="16506"/>
                  </a:cubicBezTo>
                  <a:lnTo>
                    <a:pt x="4702" y="17751"/>
                  </a:lnTo>
                  <a:cubicBezTo>
                    <a:pt x="4022" y="17244"/>
                    <a:pt x="3408" y="16650"/>
                    <a:pt x="2885" y="15983"/>
                  </a:cubicBezTo>
                  <a:close/>
                  <a:moveTo>
                    <a:pt x="11127" y="9511"/>
                  </a:moveTo>
                  <a:cubicBezTo>
                    <a:pt x="11456" y="9511"/>
                    <a:pt x="11728" y="9780"/>
                    <a:pt x="11728" y="10115"/>
                  </a:cubicBezTo>
                  <a:cubicBezTo>
                    <a:pt x="11728" y="10845"/>
                    <a:pt x="12319" y="11438"/>
                    <a:pt x="13052" y="11438"/>
                  </a:cubicBezTo>
                  <a:cubicBezTo>
                    <a:pt x="13287" y="11438"/>
                    <a:pt x="13480" y="11632"/>
                    <a:pt x="13480" y="11867"/>
                  </a:cubicBezTo>
                  <a:lnTo>
                    <a:pt x="13480" y="12858"/>
                  </a:lnTo>
                  <a:cubicBezTo>
                    <a:pt x="13480" y="13094"/>
                    <a:pt x="13287" y="13285"/>
                    <a:pt x="13052" y="13285"/>
                  </a:cubicBezTo>
                  <a:lnTo>
                    <a:pt x="12646" y="13285"/>
                  </a:lnTo>
                  <a:cubicBezTo>
                    <a:pt x="11919" y="13285"/>
                    <a:pt x="11323" y="13878"/>
                    <a:pt x="11323" y="14610"/>
                  </a:cubicBezTo>
                  <a:lnTo>
                    <a:pt x="11323" y="16430"/>
                  </a:lnTo>
                  <a:cubicBezTo>
                    <a:pt x="11323" y="16877"/>
                    <a:pt x="10960" y="17241"/>
                    <a:pt x="10512" y="17241"/>
                  </a:cubicBezTo>
                  <a:cubicBezTo>
                    <a:pt x="10031" y="17241"/>
                    <a:pt x="9571" y="17447"/>
                    <a:pt x="9247" y="17803"/>
                  </a:cubicBezTo>
                  <a:cubicBezTo>
                    <a:pt x="9120" y="17944"/>
                    <a:pt x="8976" y="17982"/>
                    <a:pt x="8860" y="17982"/>
                  </a:cubicBezTo>
                  <a:cubicBezTo>
                    <a:pt x="8767" y="17982"/>
                    <a:pt x="8692" y="17958"/>
                    <a:pt x="8656" y="17944"/>
                  </a:cubicBezTo>
                  <a:cubicBezTo>
                    <a:pt x="8575" y="17910"/>
                    <a:pt x="8313" y="17782"/>
                    <a:pt x="8313" y="17440"/>
                  </a:cubicBezTo>
                  <a:lnTo>
                    <a:pt x="8313" y="14929"/>
                  </a:lnTo>
                  <a:cubicBezTo>
                    <a:pt x="8313" y="13910"/>
                    <a:pt x="7482" y="13081"/>
                    <a:pt x="6462" y="13081"/>
                  </a:cubicBezTo>
                  <a:cubicBezTo>
                    <a:pt x="5701" y="13081"/>
                    <a:pt x="5081" y="12458"/>
                    <a:pt x="5081" y="11697"/>
                  </a:cubicBezTo>
                  <a:lnTo>
                    <a:pt x="5081" y="11057"/>
                  </a:lnTo>
                  <a:cubicBezTo>
                    <a:pt x="5081" y="10204"/>
                    <a:pt x="5774" y="9511"/>
                    <a:pt x="6627" y="9511"/>
                  </a:cubicBezTo>
                  <a:lnTo>
                    <a:pt x="11122" y="9511"/>
                  </a:lnTo>
                  <a:cubicBezTo>
                    <a:pt x="11123" y="9511"/>
                    <a:pt x="11125" y="9511"/>
                    <a:pt x="11127" y="9511"/>
                  </a:cubicBezTo>
                  <a:close/>
                  <a:moveTo>
                    <a:pt x="10240" y="898"/>
                  </a:moveTo>
                  <a:cubicBezTo>
                    <a:pt x="11911" y="898"/>
                    <a:pt x="13517" y="1332"/>
                    <a:pt x="14921" y="2150"/>
                  </a:cubicBezTo>
                  <a:lnTo>
                    <a:pt x="13038" y="2150"/>
                  </a:lnTo>
                  <a:cubicBezTo>
                    <a:pt x="11532" y="2150"/>
                    <a:pt x="10306" y="3374"/>
                    <a:pt x="10306" y="4883"/>
                  </a:cubicBezTo>
                  <a:cubicBezTo>
                    <a:pt x="10306" y="5105"/>
                    <a:pt x="10125" y="5283"/>
                    <a:pt x="9903" y="5283"/>
                  </a:cubicBezTo>
                  <a:cubicBezTo>
                    <a:pt x="8828" y="5283"/>
                    <a:pt x="7955" y="6156"/>
                    <a:pt x="7955" y="7231"/>
                  </a:cubicBezTo>
                  <a:cubicBezTo>
                    <a:pt x="7955" y="7751"/>
                    <a:pt x="8133" y="8230"/>
                    <a:pt x="8426" y="8614"/>
                  </a:cubicBezTo>
                  <a:lnTo>
                    <a:pt x="6627" y="8614"/>
                  </a:lnTo>
                  <a:cubicBezTo>
                    <a:pt x="5280" y="8614"/>
                    <a:pt x="4184" y="9710"/>
                    <a:pt x="4184" y="11057"/>
                  </a:cubicBezTo>
                  <a:lnTo>
                    <a:pt x="4184" y="11697"/>
                  </a:lnTo>
                  <a:cubicBezTo>
                    <a:pt x="4184" y="12952"/>
                    <a:pt x="5204" y="13972"/>
                    <a:pt x="6459" y="13972"/>
                  </a:cubicBezTo>
                  <a:cubicBezTo>
                    <a:pt x="6985" y="13972"/>
                    <a:pt x="7416" y="14401"/>
                    <a:pt x="7416" y="14929"/>
                  </a:cubicBezTo>
                  <a:lnTo>
                    <a:pt x="7416" y="17440"/>
                  </a:lnTo>
                  <a:cubicBezTo>
                    <a:pt x="7416" y="18038"/>
                    <a:pt x="7777" y="18561"/>
                    <a:pt x="8334" y="18776"/>
                  </a:cubicBezTo>
                  <a:cubicBezTo>
                    <a:pt x="8504" y="18841"/>
                    <a:pt x="8682" y="18875"/>
                    <a:pt x="8855" y="18875"/>
                  </a:cubicBezTo>
                  <a:cubicBezTo>
                    <a:pt x="9249" y="18875"/>
                    <a:pt x="9634" y="18708"/>
                    <a:pt x="9914" y="18402"/>
                  </a:cubicBezTo>
                  <a:cubicBezTo>
                    <a:pt x="10068" y="18232"/>
                    <a:pt x="10288" y="18133"/>
                    <a:pt x="10515" y="18133"/>
                  </a:cubicBezTo>
                  <a:cubicBezTo>
                    <a:pt x="11456" y="18133"/>
                    <a:pt x="12223" y="17369"/>
                    <a:pt x="12223" y="16428"/>
                  </a:cubicBezTo>
                  <a:lnTo>
                    <a:pt x="12223" y="14605"/>
                  </a:lnTo>
                  <a:cubicBezTo>
                    <a:pt x="12223" y="14370"/>
                    <a:pt x="12413" y="14179"/>
                    <a:pt x="12649" y="14179"/>
                  </a:cubicBezTo>
                  <a:lnTo>
                    <a:pt x="13054" y="14179"/>
                  </a:lnTo>
                  <a:cubicBezTo>
                    <a:pt x="13784" y="14179"/>
                    <a:pt x="14380" y="13585"/>
                    <a:pt x="14380" y="12853"/>
                  </a:cubicBezTo>
                  <a:lnTo>
                    <a:pt x="14380" y="11865"/>
                  </a:lnTo>
                  <a:cubicBezTo>
                    <a:pt x="14380" y="11135"/>
                    <a:pt x="13786" y="10539"/>
                    <a:pt x="13054" y="10539"/>
                  </a:cubicBezTo>
                  <a:cubicBezTo>
                    <a:pt x="12819" y="10539"/>
                    <a:pt x="12628" y="10348"/>
                    <a:pt x="12628" y="10113"/>
                  </a:cubicBezTo>
                  <a:cubicBezTo>
                    <a:pt x="12628" y="9896"/>
                    <a:pt x="12581" y="9689"/>
                    <a:pt x="12497" y="9503"/>
                  </a:cubicBezTo>
                  <a:lnTo>
                    <a:pt x="15740" y="9503"/>
                  </a:lnTo>
                  <a:lnTo>
                    <a:pt x="15740" y="16313"/>
                  </a:lnTo>
                  <a:cubicBezTo>
                    <a:pt x="15264" y="16898"/>
                    <a:pt x="14963" y="17599"/>
                    <a:pt x="14871" y="18342"/>
                  </a:cubicBezTo>
                  <a:cubicBezTo>
                    <a:pt x="13470" y="19142"/>
                    <a:pt x="11872" y="19568"/>
                    <a:pt x="10243" y="19568"/>
                  </a:cubicBezTo>
                  <a:cubicBezTo>
                    <a:pt x="10238" y="19568"/>
                    <a:pt x="10233" y="19568"/>
                    <a:pt x="10228" y="19568"/>
                  </a:cubicBezTo>
                  <a:cubicBezTo>
                    <a:pt x="8542" y="19568"/>
                    <a:pt x="6963" y="19119"/>
                    <a:pt x="5596" y="18334"/>
                  </a:cubicBezTo>
                  <a:lnTo>
                    <a:pt x="5596" y="16504"/>
                  </a:lnTo>
                  <a:cubicBezTo>
                    <a:pt x="5596" y="15722"/>
                    <a:pt x="4964" y="15086"/>
                    <a:pt x="4182" y="15086"/>
                  </a:cubicBezTo>
                  <a:lnTo>
                    <a:pt x="2265" y="15086"/>
                  </a:lnTo>
                  <a:cubicBezTo>
                    <a:pt x="1402" y="13672"/>
                    <a:pt x="903" y="12011"/>
                    <a:pt x="903" y="10233"/>
                  </a:cubicBezTo>
                  <a:cubicBezTo>
                    <a:pt x="903" y="9373"/>
                    <a:pt x="1020" y="8544"/>
                    <a:pt x="1240" y="7751"/>
                  </a:cubicBezTo>
                  <a:lnTo>
                    <a:pt x="4564" y="7751"/>
                  </a:lnTo>
                  <a:cubicBezTo>
                    <a:pt x="5434" y="7751"/>
                    <a:pt x="6138" y="7045"/>
                    <a:pt x="6138" y="6177"/>
                  </a:cubicBezTo>
                  <a:lnTo>
                    <a:pt x="6138" y="6130"/>
                  </a:lnTo>
                  <a:cubicBezTo>
                    <a:pt x="6138" y="5754"/>
                    <a:pt x="6446" y="5450"/>
                    <a:pt x="6820" y="5450"/>
                  </a:cubicBezTo>
                  <a:cubicBezTo>
                    <a:pt x="7688" y="5450"/>
                    <a:pt x="8394" y="4744"/>
                    <a:pt x="8394" y="3876"/>
                  </a:cubicBezTo>
                  <a:lnTo>
                    <a:pt x="8394" y="3630"/>
                  </a:lnTo>
                  <a:cubicBezTo>
                    <a:pt x="8394" y="2760"/>
                    <a:pt x="7688" y="2054"/>
                    <a:pt x="6820" y="2054"/>
                  </a:cubicBezTo>
                  <a:lnTo>
                    <a:pt x="5743" y="2054"/>
                  </a:lnTo>
                  <a:cubicBezTo>
                    <a:pt x="7082" y="1316"/>
                    <a:pt x="8614" y="898"/>
                    <a:pt x="10240" y="898"/>
                  </a:cubicBezTo>
                  <a:close/>
                  <a:moveTo>
                    <a:pt x="10233" y="1"/>
                  </a:moveTo>
                  <a:cubicBezTo>
                    <a:pt x="7500" y="1"/>
                    <a:pt x="4930" y="1068"/>
                    <a:pt x="2997" y="3000"/>
                  </a:cubicBezTo>
                  <a:cubicBezTo>
                    <a:pt x="1067" y="4930"/>
                    <a:pt x="1" y="7500"/>
                    <a:pt x="1" y="10233"/>
                  </a:cubicBezTo>
                  <a:cubicBezTo>
                    <a:pt x="1" y="12966"/>
                    <a:pt x="1067" y="15536"/>
                    <a:pt x="2997" y="17466"/>
                  </a:cubicBezTo>
                  <a:cubicBezTo>
                    <a:pt x="4930" y="19398"/>
                    <a:pt x="7500" y="20462"/>
                    <a:pt x="10233" y="20462"/>
                  </a:cubicBezTo>
                  <a:cubicBezTo>
                    <a:pt x="11846" y="20462"/>
                    <a:pt x="13431" y="20086"/>
                    <a:pt x="14861" y="19359"/>
                  </a:cubicBezTo>
                  <a:cubicBezTo>
                    <a:pt x="14971" y="20238"/>
                    <a:pt x="15371" y="21056"/>
                    <a:pt x="16012" y="21697"/>
                  </a:cubicBezTo>
                  <a:cubicBezTo>
                    <a:pt x="16772" y="22458"/>
                    <a:pt x="17782" y="22879"/>
                    <a:pt x="18854" y="22879"/>
                  </a:cubicBezTo>
                  <a:cubicBezTo>
                    <a:pt x="21074" y="22879"/>
                    <a:pt x="22881" y="21072"/>
                    <a:pt x="22881" y="18852"/>
                  </a:cubicBezTo>
                  <a:cubicBezTo>
                    <a:pt x="22891" y="17929"/>
                    <a:pt x="22570" y="17032"/>
                    <a:pt x="21989" y="16315"/>
                  </a:cubicBezTo>
                  <a:lnTo>
                    <a:pt x="21989" y="12022"/>
                  </a:lnTo>
                  <a:cubicBezTo>
                    <a:pt x="21989" y="11776"/>
                    <a:pt x="21790" y="11572"/>
                    <a:pt x="21542" y="11572"/>
                  </a:cubicBezTo>
                  <a:cubicBezTo>
                    <a:pt x="21296" y="11572"/>
                    <a:pt x="21092" y="11773"/>
                    <a:pt x="21092" y="12022"/>
                  </a:cubicBezTo>
                  <a:lnTo>
                    <a:pt x="21092" y="16480"/>
                  </a:lnTo>
                  <a:cubicBezTo>
                    <a:pt x="21092" y="16587"/>
                    <a:pt x="21132" y="16694"/>
                    <a:pt x="21205" y="16778"/>
                  </a:cubicBezTo>
                  <a:cubicBezTo>
                    <a:pt x="21712" y="17348"/>
                    <a:pt x="21992" y="18088"/>
                    <a:pt x="21992" y="18852"/>
                  </a:cubicBezTo>
                  <a:cubicBezTo>
                    <a:pt x="21992" y="20583"/>
                    <a:pt x="20588" y="21987"/>
                    <a:pt x="18857" y="21987"/>
                  </a:cubicBezTo>
                  <a:cubicBezTo>
                    <a:pt x="18025" y="21987"/>
                    <a:pt x="17241" y="21660"/>
                    <a:pt x="16644" y="21066"/>
                  </a:cubicBezTo>
                  <a:cubicBezTo>
                    <a:pt x="16051" y="20470"/>
                    <a:pt x="15724" y="19686"/>
                    <a:pt x="15724" y="18852"/>
                  </a:cubicBezTo>
                  <a:cubicBezTo>
                    <a:pt x="15724" y="18088"/>
                    <a:pt x="16004" y="17348"/>
                    <a:pt x="16511" y="16778"/>
                  </a:cubicBezTo>
                  <a:cubicBezTo>
                    <a:pt x="16582" y="16694"/>
                    <a:pt x="16621" y="16590"/>
                    <a:pt x="16621" y="16480"/>
                  </a:cubicBezTo>
                  <a:lnTo>
                    <a:pt x="16621" y="5542"/>
                  </a:lnTo>
                  <a:cubicBezTo>
                    <a:pt x="16621" y="4310"/>
                    <a:pt x="17625" y="3311"/>
                    <a:pt x="18854" y="3311"/>
                  </a:cubicBezTo>
                  <a:cubicBezTo>
                    <a:pt x="20083" y="3311"/>
                    <a:pt x="21087" y="4313"/>
                    <a:pt x="21087" y="5542"/>
                  </a:cubicBezTo>
                  <a:lnTo>
                    <a:pt x="21087" y="8444"/>
                  </a:lnTo>
                  <a:cubicBezTo>
                    <a:pt x="21087" y="8690"/>
                    <a:pt x="21286" y="8892"/>
                    <a:pt x="21534" y="8892"/>
                  </a:cubicBezTo>
                  <a:cubicBezTo>
                    <a:pt x="21780" y="8892"/>
                    <a:pt x="21981" y="8693"/>
                    <a:pt x="21981" y="8444"/>
                  </a:cubicBezTo>
                  <a:lnTo>
                    <a:pt x="21981" y="5542"/>
                  </a:lnTo>
                  <a:cubicBezTo>
                    <a:pt x="21981" y="3816"/>
                    <a:pt x="20580" y="2414"/>
                    <a:pt x="18854" y="2414"/>
                  </a:cubicBezTo>
                  <a:cubicBezTo>
                    <a:pt x="18287" y="2414"/>
                    <a:pt x="17756" y="2569"/>
                    <a:pt x="17295" y="2833"/>
                  </a:cubicBezTo>
                  <a:cubicBezTo>
                    <a:pt x="15384" y="1005"/>
                    <a:pt x="12887" y="1"/>
                    <a:pt x="10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48"/>
            <p:cNvSpPr/>
            <p:nvPr/>
          </p:nvSpPr>
          <p:spPr>
            <a:xfrm>
              <a:off x="4220719" y="2498546"/>
              <a:ext cx="14114" cy="14161"/>
            </a:xfrm>
            <a:custGeom>
              <a:avLst/>
              <a:gdLst/>
              <a:ahLst/>
              <a:cxnLst/>
              <a:rect l="l" t="t" r="r" b="b"/>
              <a:pathLst>
                <a:path w="895" h="898" extrusionOk="0">
                  <a:moveTo>
                    <a:pt x="448" y="0"/>
                  </a:moveTo>
                  <a:cubicBezTo>
                    <a:pt x="330" y="0"/>
                    <a:pt x="215" y="50"/>
                    <a:pt x="131" y="131"/>
                  </a:cubicBezTo>
                  <a:cubicBezTo>
                    <a:pt x="48" y="212"/>
                    <a:pt x="1" y="330"/>
                    <a:pt x="1" y="447"/>
                  </a:cubicBezTo>
                  <a:cubicBezTo>
                    <a:pt x="1" y="565"/>
                    <a:pt x="48" y="680"/>
                    <a:pt x="131" y="766"/>
                  </a:cubicBezTo>
                  <a:cubicBezTo>
                    <a:pt x="212" y="847"/>
                    <a:pt x="330" y="897"/>
                    <a:pt x="448" y="897"/>
                  </a:cubicBezTo>
                  <a:cubicBezTo>
                    <a:pt x="565" y="897"/>
                    <a:pt x="680" y="847"/>
                    <a:pt x="764" y="766"/>
                  </a:cubicBezTo>
                  <a:cubicBezTo>
                    <a:pt x="850" y="683"/>
                    <a:pt x="895" y="565"/>
                    <a:pt x="895" y="447"/>
                  </a:cubicBezTo>
                  <a:cubicBezTo>
                    <a:pt x="895" y="330"/>
                    <a:pt x="845" y="217"/>
                    <a:pt x="764" y="131"/>
                  </a:cubicBezTo>
                  <a:cubicBezTo>
                    <a:pt x="683" y="47"/>
                    <a:pt x="565" y="0"/>
                    <a:pt x="4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48"/>
            <p:cNvSpPr/>
            <p:nvPr/>
          </p:nvSpPr>
          <p:spPr>
            <a:xfrm>
              <a:off x="4014146" y="2508769"/>
              <a:ext cx="45670" cy="14130"/>
            </a:xfrm>
            <a:custGeom>
              <a:avLst/>
              <a:gdLst/>
              <a:ahLst/>
              <a:cxnLst/>
              <a:rect l="l" t="t" r="r" b="b"/>
              <a:pathLst>
                <a:path w="2896" h="896" extrusionOk="0">
                  <a:moveTo>
                    <a:pt x="451" y="1"/>
                  </a:moveTo>
                  <a:cubicBezTo>
                    <a:pt x="205" y="3"/>
                    <a:pt x="1" y="202"/>
                    <a:pt x="1" y="448"/>
                  </a:cubicBezTo>
                  <a:cubicBezTo>
                    <a:pt x="1" y="696"/>
                    <a:pt x="202" y="895"/>
                    <a:pt x="451" y="895"/>
                  </a:cubicBezTo>
                  <a:lnTo>
                    <a:pt x="2446" y="895"/>
                  </a:lnTo>
                  <a:cubicBezTo>
                    <a:pt x="2691" y="895"/>
                    <a:pt x="2895" y="696"/>
                    <a:pt x="2895" y="448"/>
                  </a:cubicBezTo>
                  <a:cubicBezTo>
                    <a:pt x="2895" y="202"/>
                    <a:pt x="2694" y="1"/>
                    <a:pt x="24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48"/>
            <p:cNvSpPr/>
            <p:nvPr/>
          </p:nvSpPr>
          <p:spPr>
            <a:xfrm>
              <a:off x="3985967" y="2508817"/>
              <a:ext cx="14130" cy="14114"/>
            </a:xfrm>
            <a:custGeom>
              <a:avLst/>
              <a:gdLst/>
              <a:ahLst/>
              <a:cxnLst/>
              <a:rect l="l" t="t" r="r" b="b"/>
              <a:pathLst>
                <a:path w="896" h="895" extrusionOk="0">
                  <a:moveTo>
                    <a:pt x="448" y="0"/>
                  </a:moveTo>
                  <a:cubicBezTo>
                    <a:pt x="330" y="0"/>
                    <a:pt x="215" y="45"/>
                    <a:pt x="132" y="131"/>
                  </a:cubicBezTo>
                  <a:cubicBezTo>
                    <a:pt x="48" y="212"/>
                    <a:pt x="1" y="330"/>
                    <a:pt x="1" y="448"/>
                  </a:cubicBezTo>
                  <a:cubicBezTo>
                    <a:pt x="1" y="565"/>
                    <a:pt x="48" y="680"/>
                    <a:pt x="132" y="764"/>
                  </a:cubicBezTo>
                  <a:cubicBezTo>
                    <a:pt x="213" y="850"/>
                    <a:pt x="330" y="895"/>
                    <a:pt x="448" y="895"/>
                  </a:cubicBezTo>
                  <a:cubicBezTo>
                    <a:pt x="566" y="895"/>
                    <a:pt x="681" y="848"/>
                    <a:pt x="764" y="764"/>
                  </a:cubicBezTo>
                  <a:cubicBezTo>
                    <a:pt x="848" y="683"/>
                    <a:pt x="895" y="565"/>
                    <a:pt x="895" y="448"/>
                  </a:cubicBezTo>
                  <a:cubicBezTo>
                    <a:pt x="895" y="330"/>
                    <a:pt x="845" y="215"/>
                    <a:pt x="764" y="131"/>
                  </a:cubicBezTo>
                  <a:cubicBezTo>
                    <a:pt x="681" y="45"/>
                    <a:pt x="566" y="0"/>
                    <a:pt x="4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40" name="Google Shape;1340;p48"/>
          <p:cNvGrpSpPr/>
          <p:nvPr/>
        </p:nvGrpSpPr>
        <p:grpSpPr>
          <a:xfrm>
            <a:off x="6433437" y="2634272"/>
            <a:ext cx="3292729" cy="3796769"/>
            <a:chOff x="3231105" y="8351260"/>
            <a:chExt cx="2467080" cy="2843880"/>
          </a:xfrm>
        </p:grpSpPr>
        <p:sp>
          <p:nvSpPr>
            <p:cNvPr id="1341" name="Google Shape;1341;p48"/>
            <p:cNvSpPr/>
            <p:nvPr/>
          </p:nvSpPr>
          <p:spPr>
            <a:xfrm>
              <a:off x="3346425" y="9242200"/>
              <a:ext cx="1971000" cy="1904640"/>
            </a:xfrm>
            <a:custGeom>
              <a:avLst/>
              <a:gdLst/>
              <a:ahLst/>
              <a:cxnLst/>
              <a:rect l="l" t="t" r="r" b="b"/>
              <a:pathLst>
                <a:path w="32850" h="31744" extrusionOk="0">
                  <a:moveTo>
                    <a:pt x="5241" y="1"/>
                  </a:moveTo>
                  <a:lnTo>
                    <a:pt x="5241" y="1744"/>
                  </a:lnTo>
                  <a:cubicBezTo>
                    <a:pt x="4738" y="12470"/>
                    <a:pt x="3151" y="22302"/>
                    <a:pt x="246" y="31039"/>
                  </a:cubicBezTo>
                  <a:cubicBezTo>
                    <a:pt x="201" y="31162"/>
                    <a:pt x="157" y="31274"/>
                    <a:pt x="112" y="31408"/>
                  </a:cubicBezTo>
                  <a:cubicBezTo>
                    <a:pt x="79" y="31520"/>
                    <a:pt x="45" y="31631"/>
                    <a:pt x="0" y="31743"/>
                  </a:cubicBezTo>
                  <a:lnTo>
                    <a:pt x="32849" y="31743"/>
                  </a:lnTo>
                  <a:cubicBezTo>
                    <a:pt x="30000" y="23710"/>
                    <a:pt x="28525" y="13486"/>
                    <a:pt x="27631" y="2302"/>
                  </a:cubicBezTo>
                  <a:cubicBezTo>
                    <a:pt x="27620" y="2146"/>
                    <a:pt x="27598" y="2001"/>
                    <a:pt x="27587" y="1855"/>
                  </a:cubicBezTo>
                  <a:lnTo>
                    <a:pt x="275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48"/>
            <p:cNvSpPr/>
            <p:nvPr/>
          </p:nvSpPr>
          <p:spPr>
            <a:xfrm>
              <a:off x="3346425" y="9242860"/>
              <a:ext cx="2351760" cy="1903980"/>
            </a:xfrm>
            <a:custGeom>
              <a:avLst/>
              <a:gdLst/>
              <a:ahLst/>
              <a:cxnLst/>
              <a:rect l="l" t="t" r="r" b="b"/>
              <a:pathLst>
                <a:path w="39196" h="31733" extrusionOk="0">
                  <a:moveTo>
                    <a:pt x="5241" y="1"/>
                  </a:moveTo>
                  <a:lnTo>
                    <a:pt x="5241" y="805"/>
                  </a:lnTo>
                  <a:cubicBezTo>
                    <a:pt x="11833" y="1688"/>
                    <a:pt x="18436" y="2213"/>
                    <a:pt x="25017" y="2302"/>
                  </a:cubicBezTo>
                  <a:cubicBezTo>
                    <a:pt x="26704" y="29609"/>
                    <a:pt x="39195" y="30313"/>
                    <a:pt x="0" y="31062"/>
                  </a:cubicBezTo>
                  <a:lnTo>
                    <a:pt x="224" y="31732"/>
                  </a:lnTo>
                  <a:lnTo>
                    <a:pt x="32849" y="31732"/>
                  </a:lnTo>
                  <a:cubicBezTo>
                    <a:pt x="30000" y="23699"/>
                    <a:pt x="28525" y="13475"/>
                    <a:pt x="27631" y="2302"/>
                  </a:cubicBezTo>
                  <a:cubicBezTo>
                    <a:pt x="27564" y="1688"/>
                    <a:pt x="27598" y="615"/>
                    <a:pt x="27587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48"/>
            <p:cNvSpPr/>
            <p:nvPr/>
          </p:nvSpPr>
          <p:spPr>
            <a:xfrm>
              <a:off x="3525405" y="9173140"/>
              <a:ext cx="1613700" cy="80520"/>
            </a:xfrm>
            <a:custGeom>
              <a:avLst/>
              <a:gdLst/>
              <a:ahLst/>
              <a:cxnLst/>
              <a:rect l="l" t="t" r="r" b="b"/>
              <a:pathLst>
                <a:path w="26895" h="1342" extrusionOk="0">
                  <a:moveTo>
                    <a:pt x="671" y="1"/>
                  </a:moveTo>
                  <a:cubicBezTo>
                    <a:pt x="291" y="1"/>
                    <a:pt x="1" y="314"/>
                    <a:pt x="1" y="671"/>
                  </a:cubicBezTo>
                  <a:cubicBezTo>
                    <a:pt x="1" y="1051"/>
                    <a:pt x="302" y="1342"/>
                    <a:pt x="671" y="1342"/>
                  </a:cubicBezTo>
                  <a:lnTo>
                    <a:pt x="26224" y="1342"/>
                  </a:lnTo>
                  <a:cubicBezTo>
                    <a:pt x="26604" y="1342"/>
                    <a:pt x="26894" y="1029"/>
                    <a:pt x="26894" y="671"/>
                  </a:cubicBezTo>
                  <a:cubicBezTo>
                    <a:pt x="26894" y="526"/>
                    <a:pt x="26849" y="392"/>
                    <a:pt x="26771" y="280"/>
                  </a:cubicBezTo>
                  <a:cubicBezTo>
                    <a:pt x="26659" y="112"/>
                    <a:pt x="26458" y="1"/>
                    <a:pt x="262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48"/>
            <p:cNvSpPr/>
            <p:nvPr/>
          </p:nvSpPr>
          <p:spPr>
            <a:xfrm>
              <a:off x="3971865" y="9816040"/>
              <a:ext cx="720720" cy="720720"/>
            </a:xfrm>
            <a:custGeom>
              <a:avLst/>
              <a:gdLst/>
              <a:ahLst/>
              <a:cxnLst/>
              <a:rect l="l" t="t" r="r" b="b"/>
              <a:pathLst>
                <a:path w="12012" h="12012" extrusionOk="0">
                  <a:moveTo>
                    <a:pt x="6001" y="1"/>
                  </a:moveTo>
                  <a:cubicBezTo>
                    <a:pt x="3900" y="1"/>
                    <a:pt x="2057" y="1084"/>
                    <a:pt x="973" y="2727"/>
                  </a:cubicBezTo>
                  <a:cubicBezTo>
                    <a:pt x="358" y="3677"/>
                    <a:pt x="1" y="4794"/>
                    <a:pt x="1" y="6001"/>
                  </a:cubicBezTo>
                  <a:cubicBezTo>
                    <a:pt x="1" y="7218"/>
                    <a:pt x="358" y="8336"/>
                    <a:pt x="973" y="9285"/>
                  </a:cubicBezTo>
                  <a:cubicBezTo>
                    <a:pt x="2057" y="10917"/>
                    <a:pt x="3900" y="12012"/>
                    <a:pt x="6001" y="12012"/>
                  </a:cubicBezTo>
                  <a:cubicBezTo>
                    <a:pt x="7431" y="12012"/>
                    <a:pt x="8738" y="11520"/>
                    <a:pt x="9766" y="10682"/>
                  </a:cubicBezTo>
                  <a:cubicBezTo>
                    <a:pt x="11129" y="9576"/>
                    <a:pt x="12012" y="7889"/>
                    <a:pt x="12012" y="6001"/>
                  </a:cubicBezTo>
                  <a:cubicBezTo>
                    <a:pt x="12012" y="4124"/>
                    <a:pt x="11129" y="2414"/>
                    <a:pt x="9766" y="1330"/>
                  </a:cubicBezTo>
                  <a:cubicBezTo>
                    <a:pt x="8727" y="503"/>
                    <a:pt x="7431" y="1"/>
                    <a:pt x="6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48"/>
            <p:cNvSpPr/>
            <p:nvPr/>
          </p:nvSpPr>
          <p:spPr>
            <a:xfrm>
              <a:off x="3570345" y="8351260"/>
              <a:ext cx="1463460" cy="730140"/>
            </a:xfrm>
            <a:custGeom>
              <a:avLst/>
              <a:gdLst/>
              <a:ahLst/>
              <a:cxnLst/>
              <a:rect l="l" t="t" r="r" b="b"/>
              <a:pathLst>
                <a:path w="24391" h="12169" extrusionOk="0">
                  <a:moveTo>
                    <a:pt x="13531" y="1"/>
                  </a:moveTo>
                  <a:cubicBezTo>
                    <a:pt x="12570" y="1"/>
                    <a:pt x="11732" y="503"/>
                    <a:pt x="11263" y="1274"/>
                  </a:cubicBezTo>
                  <a:cubicBezTo>
                    <a:pt x="11218" y="1274"/>
                    <a:pt x="11173" y="1286"/>
                    <a:pt x="11128" y="1286"/>
                  </a:cubicBezTo>
                  <a:cubicBezTo>
                    <a:pt x="10682" y="660"/>
                    <a:pt x="9944" y="246"/>
                    <a:pt x="9106" y="246"/>
                  </a:cubicBezTo>
                  <a:cubicBezTo>
                    <a:pt x="8156" y="246"/>
                    <a:pt x="7352" y="772"/>
                    <a:pt x="6916" y="1520"/>
                  </a:cubicBezTo>
                  <a:cubicBezTo>
                    <a:pt x="6659" y="1442"/>
                    <a:pt x="6402" y="1386"/>
                    <a:pt x="6123" y="1386"/>
                  </a:cubicBezTo>
                  <a:cubicBezTo>
                    <a:pt x="5173" y="1386"/>
                    <a:pt x="4346" y="1922"/>
                    <a:pt x="3922" y="2704"/>
                  </a:cubicBezTo>
                  <a:cubicBezTo>
                    <a:pt x="3531" y="2135"/>
                    <a:pt x="2883" y="1777"/>
                    <a:pt x="2157" y="1777"/>
                  </a:cubicBezTo>
                  <a:cubicBezTo>
                    <a:pt x="961" y="1777"/>
                    <a:pt x="0" y="2738"/>
                    <a:pt x="0" y="3922"/>
                  </a:cubicBezTo>
                  <a:cubicBezTo>
                    <a:pt x="0" y="4749"/>
                    <a:pt x="458" y="5464"/>
                    <a:pt x="1140" y="5822"/>
                  </a:cubicBezTo>
                  <a:cubicBezTo>
                    <a:pt x="514" y="6313"/>
                    <a:pt x="112" y="7062"/>
                    <a:pt x="112" y="7922"/>
                  </a:cubicBezTo>
                  <a:cubicBezTo>
                    <a:pt x="112" y="8671"/>
                    <a:pt x="436" y="9341"/>
                    <a:pt x="939" y="9833"/>
                  </a:cubicBezTo>
                  <a:cubicBezTo>
                    <a:pt x="1408" y="10280"/>
                    <a:pt x="2056" y="10559"/>
                    <a:pt x="2771" y="10559"/>
                  </a:cubicBezTo>
                  <a:cubicBezTo>
                    <a:pt x="3050" y="10559"/>
                    <a:pt x="3307" y="10514"/>
                    <a:pt x="3564" y="10436"/>
                  </a:cubicBezTo>
                  <a:cubicBezTo>
                    <a:pt x="3810" y="10771"/>
                    <a:pt x="4190" y="11017"/>
                    <a:pt x="4615" y="11107"/>
                  </a:cubicBezTo>
                  <a:cubicBezTo>
                    <a:pt x="4983" y="11408"/>
                    <a:pt x="5464" y="11609"/>
                    <a:pt x="5989" y="11609"/>
                  </a:cubicBezTo>
                  <a:cubicBezTo>
                    <a:pt x="6156" y="11609"/>
                    <a:pt x="6324" y="11576"/>
                    <a:pt x="6480" y="11554"/>
                  </a:cubicBezTo>
                  <a:cubicBezTo>
                    <a:pt x="6548" y="11811"/>
                    <a:pt x="6805" y="12000"/>
                    <a:pt x="7084" y="12000"/>
                  </a:cubicBezTo>
                  <a:cubicBezTo>
                    <a:pt x="7196" y="12000"/>
                    <a:pt x="7285" y="11967"/>
                    <a:pt x="7374" y="11922"/>
                  </a:cubicBezTo>
                  <a:cubicBezTo>
                    <a:pt x="7475" y="11978"/>
                    <a:pt x="7598" y="12023"/>
                    <a:pt x="7721" y="12023"/>
                  </a:cubicBezTo>
                  <a:cubicBezTo>
                    <a:pt x="7967" y="12023"/>
                    <a:pt x="8168" y="11900"/>
                    <a:pt x="8279" y="11721"/>
                  </a:cubicBezTo>
                  <a:lnTo>
                    <a:pt x="8313" y="11721"/>
                  </a:lnTo>
                  <a:cubicBezTo>
                    <a:pt x="8536" y="11721"/>
                    <a:pt x="8715" y="11621"/>
                    <a:pt x="8860" y="11464"/>
                  </a:cubicBezTo>
                  <a:lnTo>
                    <a:pt x="8838" y="11464"/>
                  </a:lnTo>
                  <a:cubicBezTo>
                    <a:pt x="8972" y="11464"/>
                    <a:pt x="9095" y="11442"/>
                    <a:pt x="9196" y="11386"/>
                  </a:cubicBezTo>
                  <a:cubicBezTo>
                    <a:pt x="9330" y="11531"/>
                    <a:pt x="9508" y="11632"/>
                    <a:pt x="9732" y="11632"/>
                  </a:cubicBezTo>
                  <a:cubicBezTo>
                    <a:pt x="9844" y="11632"/>
                    <a:pt x="9944" y="11609"/>
                    <a:pt x="10034" y="11565"/>
                  </a:cubicBezTo>
                  <a:cubicBezTo>
                    <a:pt x="10067" y="11732"/>
                    <a:pt x="10212" y="11855"/>
                    <a:pt x="10380" y="11855"/>
                  </a:cubicBezTo>
                  <a:cubicBezTo>
                    <a:pt x="10402" y="11855"/>
                    <a:pt x="10447" y="11844"/>
                    <a:pt x="10480" y="11844"/>
                  </a:cubicBezTo>
                  <a:cubicBezTo>
                    <a:pt x="10648" y="12034"/>
                    <a:pt x="10883" y="12168"/>
                    <a:pt x="11162" y="12168"/>
                  </a:cubicBezTo>
                  <a:cubicBezTo>
                    <a:pt x="11553" y="12168"/>
                    <a:pt x="11888" y="11900"/>
                    <a:pt x="12000" y="11554"/>
                  </a:cubicBezTo>
                  <a:cubicBezTo>
                    <a:pt x="12179" y="11788"/>
                    <a:pt x="12458" y="11945"/>
                    <a:pt x="12782" y="11945"/>
                  </a:cubicBezTo>
                  <a:cubicBezTo>
                    <a:pt x="13050" y="11945"/>
                    <a:pt x="13285" y="11833"/>
                    <a:pt x="13452" y="11665"/>
                  </a:cubicBezTo>
                  <a:cubicBezTo>
                    <a:pt x="13553" y="11699"/>
                    <a:pt x="13665" y="11721"/>
                    <a:pt x="13754" y="11721"/>
                  </a:cubicBezTo>
                  <a:cubicBezTo>
                    <a:pt x="13922" y="11721"/>
                    <a:pt x="14089" y="11676"/>
                    <a:pt x="14246" y="11587"/>
                  </a:cubicBezTo>
                  <a:cubicBezTo>
                    <a:pt x="14391" y="11688"/>
                    <a:pt x="14559" y="11743"/>
                    <a:pt x="14737" y="11743"/>
                  </a:cubicBezTo>
                  <a:cubicBezTo>
                    <a:pt x="14894" y="11743"/>
                    <a:pt x="15017" y="11699"/>
                    <a:pt x="15140" y="11632"/>
                  </a:cubicBezTo>
                  <a:cubicBezTo>
                    <a:pt x="15240" y="11665"/>
                    <a:pt x="15341" y="11688"/>
                    <a:pt x="15430" y="11688"/>
                  </a:cubicBezTo>
                  <a:cubicBezTo>
                    <a:pt x="15542" y="11688"/>
                    <a:pt x="15654" y="11665"/>
                    <a:pt x="15754" y="11621"/>
                  </a:cubicBezTo>
                  <a:cubicBezTo>
                    <a:pt x="15899" y="11710"/>
                    <a:pt x="16067" y="11777"/>
                    <a:pt x="16246" y="11777"/>
                  </a:cubicBezTo>
                  <a:cubicBezTo>
                    <a:pt x="16603" y="11777"/>
                    <a:pt x="16916" y="11565"/>
                    <a:pt x="17050" y="11252"/>
                  </a:cubicBezTo>
                  <a:cubicBezTo>
                    <a:pt x="17084" y="11263"/>
                    <a:pt x="17106" y="11263"/>
                    <a:pt x="17140" y="11263"/>
                  </a:cubicBezTo>
                  <a:cubicBezTo>
                    <a:pt x="17553" y="11263"/>
                    <a:pt x="17888" y="10928"/>
                    <a:pt x="17888" y="10514"/>
                  </a:cubicBezTo>
                  <a:lnTo>
                    <a:pt x="17888" y="10503"/>
                  </a:lnTo>
                  <a:cubicBezTo>
                    <a:pt x="18056" y="10559"/>
                    <a:pt x="18246" y="10593"/>
                    <a:pt x="18424" y="10593"/>
                  </a:cubicBezTo>
                  <a:cubicBezTo>
                    <a:pt x="18827" y="10593"/>
                    <a:pt x="19195" y="10459"/>
                    <a:pt x="19486" y="10224"/>
                  </a:cubicBezTo>
                  <a:cubicBezTo>
                    <a:pt x="19698" y="10347"/>
                    <a:pt x="19933" y="10414"/>
                    <a:pt x="20179" y="10414"/>
                  </a:cubicBezTo>
                  <a:cubicBezTo>
                    <a:pt x="20905" y="10414"/>
                    <a:pt x="21497" y="9866"/>
                    <a:pt x="21553" y="9163"/>
                  </a:cubicBezTo>
                  <a:lnTo>
                    <a:pt x="21687" y="9163"/>
                  </a:lnTo>
                  <a:cubicBezTo>
                    <a:pt x="22894" y="9163"/>
                    <a:pt x="23866" y="8190"/>
                    <a:pt x="23866" y="6995"/>
                  </a:cubicBezTo>
                  <a:cubicBezTo>
                    <a:pt x="23866" y="6704"/>
                    <a:pt x="23810" y="6414"/>
                    <a:pt x="23698" y="6146"/>
                  </a:cubicBezTo>
                  <a:cubicBezTo>
                    <a:pt x="24123" y="5643"/>
                    <a:pt x="24391" y="4984"/>
                    <a:pt x="24346" y="4291"/>
                  </a:cubicBezTo>
                  <a:cubicBezTo>
                    <a:pt x="24346" y="3397"/>
                    <a:pt x="23944" y="2582"/>
                    <a:pt x="23296" y="2056"/>
                  </a:cubicBezTo>
                  <a:cubicBezTo>
                    <a:pt x="22793" y="1610"/>
                    <a:pt x="22123" y="1353"/>
                    <a:pt x="21408" y="1353"/>
                  </a:cubicBezTo>
                  <a:cubicBezTo>
                    <a:pt x="20771" y="1353"/>
                    <a:pt x="20167" y="1565"/>
                    <a:pt x="19676" y="1922"/>
                  </a:cubicBezTo>
                  <a:cubicBezTo>
                    <a:pt x="19195" y="1420"/>
                    <a:pt x="18503" y="1107"/>
                    <a:pt x="17743" y="1107"/>
                  </a:cubicBezTo>
                  <a:cubicBezTo>
                    <a:pt x="17095" y="1107"/>
                    <a:pt x="16492" y="1341"/>
                    <a:pt x="16033" y="1721"/>
                  </a:cubicBezTo>
                  <a:cubicBezTo>
                    <a:pt x="15642" y="716"/>
                    <a:pt x="14681" y="1"/>
                    <a:pt x="13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48"/>
            <p:cNvSpPr/>
            <p:nvPr/>
          </p:nvSpPr>
          <p:spPr>
            <a:xfrm>
              <a:off x="3626625" y="8475280"/>
              <a:ext cx="1407180" cy="606120"/>
            </a:xfrm>
            <a:custGeom>
              <a:avLst/>
              <a:gdLst/>
              <a:ahLst/>
              <a:cxnLst/>
              <a:rect l="l" t="t" r="r" b="b"/>
              <a:pathLst>
                <a:path w="23453" h="10102" extrusionOk="0">
                  <a:moveTo>
                    <a:pt x="22391" y="1"/>
                  </a:moveTo>
                  <a:lnTo>
                    <a:pt x="22391" y="12"/>
                  </a:lnTo>
                  <a:cubicBezTo>
                    <a:pt x="22391" y="23"/>
                    <a:pt x="22369" y="56"/>
                    <a:pt x="22369" y="68"/>
                  </a:cubicBezTo>
                  <a:cubicBezTo>
                    <a:pt x="21777" y="2917"/>
                    <a:pt x="19799" y="5308"/>
                    <a:pt x="17140" y="6470"/>
                  </a:cubicBezTo>
                  <a:cubicBezTo>
                    <a:pt x="16213" y="6861"/>
                    <a:pt x="15274" y="7207"/>
                    <a:pt x="14313" y="7475"/>
                  </a:cubicBezTo>
                  <a:cubicBezTo>
                    <a:pt x="13847" y="7594"/>
                    <a:pt x="13368" y="7654"/>
                    <a:pt x="12889" y="7654"/>
                  </a:cubicBezTo>
                  <a:cubicBezTo>
                    <a:pt x="12555" y="7654"/>
                    <a:pt x="12220" y="7625"/>
                    <a:pt x="11889" y="7565"/>
                  </a:cubicBezTo>
                  <a:cubicBezTo>
                    <a:pt x="10358" y="7285"/>
                    <a:pt x="8883" y="7107"/>
                    <a:pt x="7442" y="7006"/>
                  </a:cubicBezTo>
                  <a:cubicBezTo>
                    <a:pt x="7280" y="7001"/>
                    <a:pt x="7123" y="6998"/>
                    <a:pt x="6968" y="6998"/>
                  </a:cubicBezTo>
                  <a:cubicBezTo>
                    <a:pt x="6813" y="6998"/>
                    <a:pt x="6660" y="7001"/>
                    <a:pt x="6503" y="7006"/>
                  </a:cubicBezTo>
                  <a:cubicBezTo>
                    <a:pt x="4425" y="7118"/>
                    <a:pt x="2246" y="7386"/>
                    <a:pt x="1" y="7766"/>
                  </a:cubicBezTo>
                  <a:cubicBezTo>
                    <a:pt x="470" y="8213"/>
                    <a:pt x="1118" y="8492"/>
                    <a:pt x="1833" y="8492"/>
                  </a:cubicBezTo>
                  <a:cubicBezTo>
                    <a:pt x="2112" y="8492"/>
                    <a:pt x="2369" y="8447"/>
                    <a:pt x="2626" y="8369"/>
                  </a:cubicBezTo>
                  <a:cubicBezTo>
                    <a:pt x="2872" y="8704"/>
                    <a:pt x="3252" y="8950"/>
                    <a:pt x="3677" y="9040"/>
                  </a:cubicBezTo>
                  <a:cubicBezTo>
                    <a:pt x="4045" y="9341"/>
                    <a:pt x="4526" y="9542"/>
                    <a:pt x="5051" y="9542"/>
                  </a:cubicBezTo>
                  <a:cubicBezTo>
                    <a:pt x="5218" y="9542"/>
                    <a:pt x="5386" y="9509"/>
                    <a:pt x="5542" y="9487"/>
                  </a:cubicBezTo>
                  <a:cubicBezTo>
                    <a:pt x="5610" y="9744"/>
                    <a:pt x="5867" y="9933"/>
                    <a:pt x="6146" y="9933"/>
                  </a:cubicBezTo>
                  <a:cubicBezTo>
                    <a:pt x="6258" y="9933"/>
                    <a:pt x="6347" y="9900"/>
                    <a:pt x="6436" y="9855"/>
                  </a:cubicBezTo>
                  <a:cubicBezTo>
                    <a:pt x="6537" y="9911"/>
                    <a:pt x="6660" y="9956"/>
                    <a:pt x="6783" y="9956"/>
                  </a:cubicBezTo>
                  <a:cubicBezTo>
                    <a:pt x="7029" y="9956"/>
                    <a:pt x="7230" y="9833"/>
                    <a:pt x="7341" y="9654"/>
                  </a:cubicBezTo>
                  <a:lnTo>
                    <a:pt x="7375" y="9654"/>
                  </a:lnTo>
                  <a:cubicBezTo>
                    <a:pt x="7598" y="9654"/>
                    <a:pt x="7777" y="9554"/>
                    <a:pt x="7922" y="9397"/>
                  </a:cubicBezTo>
                  <a:lnTo>
                    <a:pt x="7900" y="9397"/>
                  </a:lnTo>
                  <a:cubicBezTo>
                    <a:pt x="8034" y="9397"/>
                    <a:pt x="8157" y="9375"/>
                    <a:pt x="8258" y="9319"/>
                  </a:cubicBezTo>
                  <a:cubicBezTo>
                    <a:pt x="8392" y="9464"/>
                    <a:pt x="8570" y="9565"/>
                    <a:pt x="8794" y="9565"/>
                  </a:cubicBezTo>
                  <a:cubicBezTo>
                    <a:pt x="8906" y="9565"/>
                    <a:pt x="9006" y="9542"/>
                    <a:pt x="9096" y="9498"/>
                  </a:cubicBezTo>
                  <a:cubicBezTo>
                    <a:pt x="9129" y="9665"/>
                    <a:pt x="9274" y="9788"/>
                    <a:pt x="9442" y="9788"/>
                  </a:cubicBezTo>
                  <a:cubicBezTo>
                    <a:pt x="9464" y="9788"/>
                    <a:pt x="9509" y="9777"/>
                    <a:pt x="9542" y="9777"/>
                  </a:cubicBezTo>
                  <a:cubicBezTo>
                    <a:pt x="9710" y="9967"/>
                    <a:pt x="9945" y="10101"/>
                    <a:pt x="10224" y="10101"/>
                  </a:cubicBezTo>
                  <a:cubicBezTo>
                    <a:pt x="10615" y="10101"/>
                    <a:pt x="10950" y="9833"/>
                    <a:pt x="11062" y="9487"/>
                  </a:cubicBezTo>
                  <a:cubicBezTo>
                    <a:pt x="11241" y="9721"/>
                    <a:pt x="11520" y="9878"/>
                    <a:pt x="11844" y="9878"/>
                  </a:cubicBezTo>
                  <a:cubicBezTo>
                    <a:pt x="12112" y="9878"/>
                    <a:pt x="12347" y="9766"/>
                    <a:pt x="12514" y="9598"/>
                  </a:cubicBezTo>
                  <a:cubicBezTo>
                    <a:pt x="12615" y="9632"/>
                    <a:pt x="12727" y="9654"/>
                    <a:pt x="12816" y="9654"/>
                  </a:cubicBezTo>
                  <a:cubicBezTo>
                    <a:pt x="12984" y="9654"/>
                    <a:pt x="13151" y="9609"/>
                    <a:pt x="13308" y="9520"/>
                  </a:cubicBezTo>
                  <a:cubicBezTo>
                    <a:pt x="13453" y="9621"/>
                    <a:pt x="13621" y="9676"/>
                    <a:pt x="13799" y="9676"/>
                  </a:cubicBezTo>
                  <a:cubicBezTo>
                    <a:pt x="13956" y="9676"/>
                    <a:pt x="14079" y="9632"/>
                    <a:pt x="14202" y="9565"/>
                  </a:cubicBezTo>
                  <a:cubicBezTo>
                    <a:pt x="14302" y="9598"/>
                    <a:pt x="14403" y="9621"/>
                    <a:pt x="14492" y="9621"/>
                  </a:cubicBezTo>
                  <a:cubicBezTo>
                    <a:pt x="14604" y="9621"/>
                    <a:pt x="14716" y="9598"/>
                    <a:pt x="14816" y="9554"/>
                  </a:cubicBezTo>
                  <a:cubicBezTo>
                    <a:pt x="14961" y="9643"/>
                    <a:pt x="15129" y="9710"/>
                    <a:pt x="15308" y="9710"/>
                  </a:cubicBezTo>
                  <a:cubicBezTo>
                    <a:pt x="15665" y="9710"/>
                    <a:pt x="15978" y="9498"/>
                    <a:pt x="16112" y="9185"/>
                  </a:cubicBezTo>
                  <a:cubicBezTo>
                    <a:pt x="16146" y="9196"/>
                    <a:pt x="16168" y="9196"/>
                    <a:pt x="16202" y="9196"/>
                  </a:cubicBezTo>
                  <a:cubicBezTo>
                    <a:pt x="16615" y="9196"/>
                    <a:pt x="16950" y="8861"/>
                    <a:pt x="16950" y="8447"/>
                  </a:cubicBezTo>
                  <a:lnTo>
                    <a:pt x="16950" y="8436"/>
                  </a:lnTo>
                  <a:cubicBezTo>
                    <a:pt x="17118" y="8492"/>
                    <a:pt x="17308" y="8526"/>
                    <a:pt x="17486" y="8526"/>
                  </a:cubicBezTo>
                  <a:cubicBezTo>
                    <a:pt x="17889" y="8526"/>
                    <a:pt x="18257" y="8392"/>
                    <a:pt x="18548" y="8157"/>
                  </a:cubicBezTo>
                  <a:cubicBezTo>
                    <a:pt x="18760" y="8280"/>
                    <a:pt x="18995" y="8347"/>
                    <a:pt x="19241" y="8347"/>
                  </a:cubicBezTo>
                  <a:cubicBezTo>
                    <a:pt x="19967" y="8347"/>
                    <a:pt x="20559" y="7799"/>
                    <a:pt x="20615" y="7096"/>
                  </a:cubicBezTo>
                  <a:lnTo>
                    <a:pt x="20749" y="7096"/>
                  </a:lnTo>
                  <a:cubicBezTo>
                    <a:pt x="21956" y="7096"/>
                    <a:pt x="22928" y="6123"/>
                    <a:pt x="22928" y="4928"/>
                  </a:cubicBezTo>
                  <a:cubicBezTo>
                    <a:pt x="22928" y="4637"/>
                    <a:pt x="22872" y="4347"/>
                    <a:pt x="22760" y="4079"/>
                  </a:cubicBezTo>
                  <a:cubicBezTo>
                    <a:pt x="23185" y="3576"/>
                    <a:pt x="23453" y="2917"/>
                    <a:pt x="23431" y="2235"/>
                  </a:cubicBezTo>
                  <a:cubicBezTo>
                    <a:pt x="23431" y="1341"/>
                    <a:pt x="23028" y="526"/>
                    <a:pt x="22391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48"/>
            <p:cNvSpPr/>
            <p:nvPr/>
          </p:nvSpPr>
          <p:spPr>
            <a:xfrm>
              <a:off x="4012125" y="9850720"/>
              <a:ext cx="641580" cy="619020"/>
            </a:xfrm>
            <a:custGeom>
              <a:avLst/>
              <a:gdLst/>
              <a:ahLst/>
              <a:cxnLst/>
              <a:rect l="l" t="t" r="r" b="b"/>
              <a:pathLst>
                <a:path w="10693" h="10317" extrusionOk="0">
                  <a:moveTo>
                    <a:pt x="5363" y="4439"/>
                  </a:moveTo>
                  <a:cubicBezTo>
                    <a:pt x="5911" y="4439"/>
                    <a:pt x="6358" y="4886"/>
                    <a:pt x="6358" y="5423"/>
                  </a:cubicBezTo>
                  <a:cubicBezTo>
                    <a:pt x="6358" y="5970"/>
                    <a:pt x="5911" y="6417"/>
                    <a:pt x="5363" y="6417"/>
                  </a:cubicBezTo>
                  <a:cubicBezTo>
                    <a:pt x="4816" y="6417"/>
                    <a:pt x="4369" y="5970"/>
                    <a:pt x="4369" y="5423"/>
                  </a:cubicBezTo>
                  <a:cubicBezTo>
                    <a:pt x="4369" y="4886"/>
                    <a:pt x="4816" y="4439"/>
                    <a:pt x="5363" y="4439"/>
                  </a:cubicBezTo>
                  <a:close/>
                  <a:moveTo>
                    <a:pt x="5280" y="1"/>
                  </a:moveTo>
                  <a:cubicBezTo>
                    <a:pt x="4816" y="1"/>
                    <a:pt x="4353" y="76"/>
                    <a:pt x="3911" y="227"/>
                  </a:cubicBezTo>
                  <a:cubicBezTo>
                    <a:pt x="3397" y="406"/>
                    <a:pt x="2950" y="618"/>
                    <a:pt x="2536" y="875"/>
                  </a:cubicBezTo>
                  <a:cubicBezTo>
                    <a:pt x="2983" y="2004"/>
                    <a:pt x="3676" y="3166"/>
                    <a:pt x="4414" y="4339"/>
                  </a:cubicBezTo>
                  <a:cubicBezTo>
                    <a:pt x="4157" y="4562"/>
                    <a:pt x="3989" y="4864"/>
                    <a:pt x="3933" y="5210"/>
                  </a:cubicBezTo>
                  <a:cubicBezTo>
                    <a:pt x="2671" y="5255"/>
                    <a:pt x="1441" y="5344"/>
                    <a:pt x="324" y="5545"/>
                  </a:cubicBezTo>
                  <a:cubicBezTo>
                    <a:pt x="212" y="5568"/>
                    <a:pt x="101" y="5590"/>
                    <a:pt x="0" y="5624"/>
                  </a:cubicBezTo>
                  <a:cubicBezTo>
                    <a:pt x="11" y="6093"/>
                    <a:pt x="101" y="6596"/>
                    <a:pt x="235" y="7110"/>
                  </a:cubicBezTo>
                  <a:cubicBezTo>
                    <a:pt x="268" y="7199"/>
                    <a:pt x="291" y="7300"/>
                    <a:pt x="324" y="7378"/>
                  </a:cubicBezTo>
                  <a:cubicBezTo>
                    <a:pt x="604" y="8205"/>
                    <a:pt x="1129" y="8931"/>
                    <a:pt x="1844" y="9434"/>
                  </a:cubicBezTo>
                  <a:cubicBezTo>
                    <a:pt x="2246" y="9724"/>
                    <a:pt x="2693" y="10026"/>
                    <a:pt x="3173" y="10305"/>
                  </a:cubicBezTo>
                  <a:cubicBezTo>
                    <a:pt x="3698" y="9210"/>
                    <a:pt x="4302" y="8048"/>
                    <a:pt x="4983" y="6808"/>
                  </a:cubicBezTo>
                  <a:cubicBezTo>
                    <a:pt x="5106" y="6842"/>
                    <a:pt x="5240" y="6864"/>
                    <a:pt x="5374" y="6864"/>
                  </a:cubicBezTo>
                  <a:cubicBezTo>
                    <a:pt x="5486" y="6864"/>
                    <a:pt x="5598" y="6853"/>
                    <a:pt x="5710" y="6819"/>
                  </a:cubicBezTo>
                  <a:cubicBezTo>
                    <a:pt x="6391" y="8071"/>
                    <a:pt x="6994" y="9244"/>
                    <a:pt x="7531" y="10316"/>
                  </a:cubicBezTo>
                  <a:cubicBezTo>
                    <a:pt x="8000" y="10037"/>
                    <a:pt x="8447" y="9747"/>
                    <a:pt x="8849" y="9445"/>
                  </a:cubicBezTo>
                  <a:cubicBezTo>
                    <a:pt x="8939" y="9378"/>
                    <a:pt x="9039" y="9322"/>
                    <a:pt x="9106" y="9255"/>
                  </a:cubicBezTo>
                  <a:cubicBezTo>
                    <a:pt x="9765" y="8696"/>
                    <a:pt x="10235" y="7959"/>
                    <a:pt x="10458" y="7132"/>
                  </a:cubicBezTo>
                  <a:cubicBezTo>
                    <a:pt x="10603" y="6618"/>
                    <a:pt x="10682" y="6115"/>
                    <a:pt x="10693" y="5635"/>
                  </a:cubicBezTo>
                  <a:cubicBezTo>
                    <a:pt x="10179" y="5534"/>
                    <a:pt x="9654" y="5456"/>
                    <a:pt x="9095" y="5400"/>
                  </a:cubicBezTo>
                  <a:cubicBezTo>
                    <a:pt x="8346" y="5311"/>
                    <a:pt x="7587" y="5266"/>
                    <a:pt x="6805" y="5244"/>
                  </a:cubicBezTo>
                  <a:cubicBezTo>
                    <a:pt x="6760" y="4886"/>
                    <a:pt x="6581" y="4573"/>
                    <a:pt x="6324" y="4339"/>
                  </a:cubicBezTo>
                  <a:cubicBezTo>
                    <a:pt x="6972" y="3076"/>
                    <a:pt x="7598" y="1925"/>
                    <a:pt x="8201" y="875"/>
                  </a:cubicBezTo>
                  <a:cubicBezTo>
                    <a:pt x="7698" y="641"/>
                    <a:pt x="7218" y="428"/>
                    <a:pt x="6749" y="261"/>
                  </a:cubicBezTo>
                  <a:cubicBezTo>
                    <a:pt x="6275" y="87"/>
                    <a:pt x="5777" y="1"/>
                    <a:pt x="5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48"/>
            <p:cNvSpPr/>
            <p:nvPr/>
          </p:nvSpPr>
          <p:spPr>
            <a:xfrm>
              <a:off x="3231105" y="11106520"/>
              <a:ext cx="2202240" cy="88620"/>
            </a:xfrm>
            <a:custGeom>
              <a:avLst/>
              <a:gdLst/>
              <a:ahLst/>
              <a:cxnLst/>
              <a:rect l="l" t="t" r="r" b="b"/>
              <a:pathLst>
                <a:path w="36704" h="1477" extrusionOk="0">
                  <a:moveTo>
                    <a:pt x="604" y="1"/>
                  </a:moveTo>
                  <a:cubicBezTo>
                    <a:pt x="269" y="1"/>
                    <a:pt x="1" y="336"/>
                    <a:pt x="1" y="738"/>
                  </a:cubicBezTo>
                  <a:cubicBezTo>
                    <a:pt x="1" y="1149"/>
                    <a:pt x="252" y="1477"/>
                    <a:pt x="572" y="1477"/>
                  </a:cubicBezTo>
                  <a:cubicBezTo>
                    <a:pt x="583" y="1477"/>
                    <a:pt x="593" y="1476"/>
                    <a:pt x="604" y="1476"/>
                  </a:cubicBezTo>
                  <a:lnTo>
                    <a:pt x="36101" y="1476"/>
                  </a:lnTo>
                  <a:cubicBezTo>
                    <a:pt x="36436" y="1476"/>
                    <a:pt x="36704" y="1140"/>
                    <a:pt x="36704" y="738"/>
                  </a:cubicBezTo>
                  <a:cubicBezTo>
                    <a:pt x="36704" y="336"/>
                    <a:pt x="36436" y="1"/>
                    <a:pt x="3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49" name="Google Shape;1349;p48"/>
          <p:cNvGrpSpPr/>
          <p:nvPr/>
        </p:nvGrpSpPr>
        <p:grpSpPr>
          <a:xfrm>
            <a:off x="8994153" y="3832787"/>
            <a:ext cx="2237836" cy="2598253"/>
            <a:chOff x="4921125" y="9250240"/>
            <a:chExt cx="1676700" cy="1946160"/>
          </a:xfrm>
        </p:grpSpPr>
        <p:sp>
          <p:nvSpPr>
            <p:cNvPr id="1350" name="Google Shape;1350;p48"/>
            <p:cNvSpPr/>
            <p:nvPr/>
          </p:nvSpPr>
          <p:spPr>
            <a:xfrm>
              <a:off x="5000265" y="9860320"/>
              <a:ext cx="1348200" cy="1302600"/>
            </a:xfrm>
            <a:custGeom>
              <a:avLst/>
              <a:gdLst/>
              <a:ahLst/>
              <a:cxnLst/>
              <a:rect l="l" t="t" r="r" b="b"/>
              <a:pathLst>
                <a:path w="22470" h="21710" extrusionOk="0">
                  <a:moveTo>
                    <a:pt x="3576" y="0"/>
                  </a:moveTo>
                  <a:lnTo>
                    <a:pt x="3576" y="1184"/>
                  </a:lnTo>
                  <a:cubicBezTo>
                    <a:pt x="3218" y="8525"/>
                    <a:pt x="2134" y="15251"/>
                    <a:pt x="145" y="21229"/>
                  </a:cubicBezTo>
                  <a:lnTo>
                    <a:pt x="67" y="21486"/>
                  </a:lnTo>
                  <a:cubicBezTo>
                    <a:pt x="56" y="21553"/>
                    <a:pt x="23" y="21631"/>
                    <a:pt x="0" y="21709"/>
                  </a:cubicBezTo>
                  <a:lnTo>
                    <a:pt x="22469" y="21709"/>
                  </a:lnTo>
                  <a:cubicBezTo>
                    <a:pt x="20525" y="16201"/>
                    <a:pt x="19508" y="9207"/>
                    <a:pt x="18883" y="1575"/>
                  </a:cubicBezTo>
                  <a:cubicBezTo>
                    <a:pt x="18860" y="1486"/>
                    <a:pt x="18860" y="1374"/>
                    <a:pt x="18849" y="1274"/>
                  </a:cubicBezTo>
                  <a:lnTo>
                    <a:pt x="188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48"/>
            <p:cNvSpPr/>
            <p:nvPr/>
          </p:nvSpPr>
          <p:spPr>
            <a:xfrm>
              <a:off x="5122245" y="9812680"/>
              <a:ext cx="1104840" cy="55020"/>
            </a:xfrm>
            <a:custGeom>
              <a:avLst/>
              <a:gdLst/>
              <a:ahLst/>
              <a:cxnLst/>
              <a:rect l="l" t="t" r="r" b="b"/>
              <a:pathLst>
                <a:path w="18414" h="917" extrusionOk="0">
                  <a:moveTo>
                    <a:pt x="459" y="1"/>
                  </a:moveTo>
                  <a:cubicBezTo>
                    <a:pt x="213" y="1"/>
                    <a:pt x="1" y="213"/>
                    <a:pt x="1" y="459"/>
                  </a:cubicBezTo>
                  <a:cubicBezTo>
                    <a:pt x="1" y="716"/>
                    <a:pt x="213" y="917"/>
                    <a:pt x="459" y="917"/>
                  </a:cubicBezTo>
                  <a:lnTo>
                    <a:pt x="17945" y="917"/>
                  </a:lnTo>
                  <a:cubicBezTo>
                    <a:pt x="18202" y="917"/>
                    <a:pt x="18414" y="716"/>
                    <a:pt x="18414" y="459"/>
                  </a:cubicBezTo>
                  <a:cubicBezTo>
                    <a:pt x="18414" y="358"/>
                    <a:pt x="18369" y="269"/>
                    <a:pt x="18313" y="191"/>
                  </a:cubicBezTo>
                  <a:cubicBezTo>
                    <a:pt x="18224" y="68"/>
                    <a:pt x="18101" y="1"/>
                    <a:pt x="17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48"/>
            <p:cNvSpPr/>
            <p:nvPr/>
          </p:nvSpPr>
          <p:spPr>
            <a:xfrm>
              <a:off x="5427945" y="10251820"/>
              <a:ext cx="492780" cy="492780"/>
            </a:xfrm>
            <a:custGeom>
              <a:avLst/>
              <a:gdLst/>
              <a:ahLst/>
              <a:cxnLst/>
              <a:rect l="l" t="t" r="r" b="b"/>
              <a:pathLst>
                <a:path w="8213" h="8213" extrusionOk="0">
                  <a:moveTo>
                    <a:pt x="4112" y="0"/>
                  </a:moveTo>
                  <a:cubicBezTo>
                    <a:pt x="2671" y="0"/>
                    <a:pt x="1397" y="738"/>
                    <a:pt x="671" y="1855"/>
                  </a:cubicBezTo>
                  <a:cubicBezTo>
                    <a:pt x="258" y="2492"/>
                    <a:pt x="1" y="3263"/>
                    <a:pt x="1" y="4101"/>
                  </a:cubicBezTo>
                  <a:cubicBezTo>
                    <a:pt x="1" y="4927"/>
                    <a:pt x="258" y="5710"/>
                    <a:pt x="671" y="6346"/>
                  </a:cubicBezTo>
                  <a:cubicBezTo>
                    <a:pt x="1420" y="7464"/>
                    <a:pt x="2671" y="8212"/>
                    <a:pt x="4112" y="8212"/>
                  </a:cubicBezTo>
                  <a:cubicBezTo>
                    <a:pt x="5084" y="8212"/>
                    <a:pt x="5978" y="7877"/>
                    <a:pt x="6682" y="7296"/>
                  </a:cubicBezTo>
                  <a:cubicBezTo>
                    <a:pt x="7621" y="6548"/>
                    <a:pt x="8213" y="5386"/>
                    <a:pt x="8213" y="4101"/>
                  </a:cubicBezTo>
                  <a:cubicBezTo>
                    <a:pt x="8213" y="2816"/>
                    <a:pt x="7621" y="1665"/>
                    <a:pt x="6682" y="905"/>
                  </a:cubicBezTo>
                  <a:cubicBezTo>
                    <a:pt x="5978" y="335"/>
                    <a:pt x="5084" y="0"/>
                    <a:pt x="4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48"/>
            <p:cNvSpPr/>
            <p:nvPr/>
          </p:nvSpPr>
          <p:spPr>
            <a:xfrm>
              <a:off x="5000925" y="9860320"/>
              <a:ext cx="1596900" cy="1303260"/>
            </a:xfrm>
            <a:custGeom>
              <a:avLst/>
              <a:gdLst/>
              <a:ahLst/>
              <a:cxnLst/>
              <a:rect l="l" t="t" r="r" b="b"/>
              <a:pathLst>
                <a:path w="26615" h="21721" extrusionOk="0">
                  <a:moveTo>
                    <a:pt x="3576" y="0"/>
                  </a:moveTo>
                  <a:lnTo>
                    <a:pt x="3576" y="559"/>
                  </a:lnTo>
                  <a:cubicBezTo>
                    <a:pt x="8090" y="1162"/>
                    <a:pt x="12592" y="1520"/>
                    <a:pt x="17106" y="1575"/>
                  </a:cubicBezTo>
                  <a:cubicBezTo>
                    <a:pt x="18346" y="20447"/>
                    <a:pt x="26615" y="20704"/>
                    <a:pt x="0" y="21262"/>
                  </a:cubicBezTo>
                  <a:cubicBezTo>
                    <a:pt x="34" y="21374"/>
                    <a:pt x="112" y="21609"/>
                    <a:pt x="157" y="21720"/>
                  </a:cubicBezTo>
                  <a:lnTo>
                    <a:pt x="22469" y="21720"/>
                  </a:lnTo>
                  <a:cubicBezTo>
                    <a:pt x="20514" y="16201"/>
                    <a:pt x="19497" y="9207"/>
                    <a:pt x="18883" y="1575"/>
                  </a:cubicBezTo>
                  <a:cubicBezTo>
                    <a:pt x="18838" y="1162"/>
                    <a:pt x="18872" y="425"/>
                    <a:pt x="18849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48"/>
            <p:cNvSpPr/>
            <p:nvPr/>
          </p:nvSpPr>
          <p:spPr>
            <a:xfrm>
              <a:off x="4921125" y="11134000"/>
              <a:ext cx="1506420" cy="62400"/>
            </a:xfrm>
            <a:custGeom>
              <a:avLst/>
              <a:gdLst/>
              <a:ahLst/>
              <a:cxnLst/>
              <a:rect l="l" t="t" r="r" b="b"/>
              <a:pathLst>
                <a:path w="25107" h="1040" extrusionOk="0">
                  <a:moveTo>
                    <a:pt x="425" y="1"/>
                  </a:moveTo>
                  <a:cubicBezTo>
                    <a:pt x="180" y="1"/>
                    <a:pt x="1" y="235"/>
                    <a:pt x="1" y="515"/>
                  </a:cubicBezTo>
                  <a:cubicBezTo>
                    <a:pt x="1" y="794"/>
                    <a:pt x="180" y="1040"/>
                    <a:pt x="425" y="1040"/>
                  </a:cubicBezTo>
                  <a:lnTo>
                    <a:pt x="24693" y="1040"/>
                  </a:lnTo>
                  <a:cubicBezTo>
                    <a:pt x="24928" y="1040"/>
                    <a:pt x="25107" y="794"/>
                    <a:pt x="25107" y="515"/>
                  </a:cubicBezTo>
                  <a:cubicBezTo>
                    <a:pt x="25107" y="224"/>
                    <a:pt x="24917" y="1"/>
                    <a:pt x="24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48"/>
            <p:cNvSpPr/>
            <p:nvPr/>
          </p:nvSpPr>
          <p:spPr>
            <a:xfrm>
              <a:off x="5153085" y="9250240"/>
              <a:ext cx="1000920" cy="498840"/>
            </a:xfrm>
            <a:custGeom>
              <a:avLst/>
              <a:gdLst/>
              <a:ahLst/>
              <a:cxnLst/>
              <a:rect l="l" t="t" r="r" b="b"/>
              <a:pathLst>
                <a:path w="16682" h="8314" extrusionOk="0">
                  <a:moveTo>
                    <a:pt x="9252" y="1"/>
                  </a:moveTo>
                  <a:cubicBezTo>
                    <a:pt x="8593" y="1"/>
                    <a:pt x="8023" y="347"/>
                    <a:pt x="7699" y="861"/>
                  </a:cubicBezTo>
                  <a:cubicBezTo>
                    <a:pt x="7665" y="861"/>
                    <a:pt x="7643" y="883"/>
                    <a:pt x="7609" y="883"/>
                  </a:cubicBezTo>
                  <a:cubicBezTo>
                    <a:pt x="7297" y="448"/>
                    <a:pt x="6794" y="168"/>
                    <a:pt x="6213" y="168"/>
                  </a:cubicBezTo>
                  <a:cubicBezTo>
                    <a:pt x="5576" y="168"/>
                    <a:pt x="5017" y="515"/>
                    <a:pt x="4727" y="1029"/>
                  </a:cubicBezTo>
                  <a:cubicBezTo>
                    <a:pt x="4559" y="962"/>
                    <a:pt x="4369" y="939"/>
                    <a:pt x="4179" y="939"/>
                  </a:cubicBezTo>
                  <a:cubicBezTo>
                    <a:pt x="3531" y="939"/>
                    <a:pt x="2962" y="1297"/>
                    <a:pt x="2682" y="1844"/>
                  </a:cubicBezTo>
                  <a:cubicBezTo>
                    <a:pt x="2414" y="1453"/>
                    <a:pt x="1967" y="1196"/>
                    <a:pt x="1464" y="1196"/>
                  </a:cubicBezTo>
                  <a:cubicBezTo>
                    <a:pt x="660" y="1196"/>
                    <a:pt x="1" y="1855"/>
                    <a:pt x="1" y="2671"/>
                  </a:cubicBezTo>
                  <a:cubicBezTo>
                    <a:pt x="1" y="3230"/>
                    <a:pt x="325" y="3710"/>
                    <a:pt x="783" y="3967"/>
                  </a:cubicBezTo>
                  <a:cubicBezTo>
                    <a:pt x="369" y="4291"/>
                    <a:pt x="90" y="4805"/>
                    <a:pt x="90" y="5386"/>
                  </a:cubicBezTo>
                  <a:cubicBezTo>
                    <a:pt x="90" y="5911"/>
                    <a:pt x="291" y="6369"/>
                    <a:pt x="649" y="6704"/>
                  </a:cubicBezTo>
                  <a:cubicBezTo>
                    <a:pt x="984" y="7006"/>
                    <a:pt x="1408" y="7207"/>
                    <a:pt x="1900" y="7207"/>
                  </a:cubicBezTo>
                  <a:cubicBezTo>
                    <a:pt x="2101" y="7207"/>
                    <a:pt x="2280" y="7174"/>
                    <a:pt x="2448" y="7118"/>
                  </a:cubicBezTo>
                  <a:cubicBezTo>
                    <a:pt x="2615" y="7364"/>
                    <a:pt x="2861" y="7531"/>
                    <a:pt x="3163" y="7587"/>
                  </a:cubicBezTo>
                  <a:cubicBezTo>
                    <a:pt x="3408" y="7788"/>
                    <a:pt x="3732" y="7933"/>
                    <a:pt x="4090" y="7933"/>
                  </a:cubicBezTo>
                  <a:cubicBezTo>
                    <a:pt x="4224" y="7933"/>
                    <a:pt x="4313" y="7922"/>
                    <a:pt x="4425" y="7889"/>
                  </a:cubicBezTo>
                  <a:cubicBezTo>
                    <a:pt x="4481" y="8068"/>
                    <a:pt x="4649" y="8202"/>
                    <a:pt x="4850" y="8202"/>
                  </a:cubicBezTo>
                  <a:cubicBezTo>
                    <a:pt x="4917" y="8202"/>
                    <a:pt x="4984" y="8168"/>
                    <a:pt x="5040" y="8146"/>
                  </a:cubicBezTo>
                  <a:cubicBezTo>
                    <a:pt x="5118" y="8179"/>
                    <a:pt x="5196" y="8213"/>
                    <a:pt x="5285" y="8213"/>
                  </a:cubicBezTo>
                  <a:cubicBezTo>
                    <a:pt x="5453" y="8213"/>
                    <a:pt x="5587" y="8123"/>
                    <a:pt x="5677" y="8001"/>
                  </a:cubicBezTo>
                  <a:lnTo>
                    <a:pt x="5688" y="8001"/>
                  </a:lnTo>
                  <a:cubicBezTo>
                    <a:pt x="5844" y="8001"/>
                    <a:pt x="5967" y="7933"/>
                    <a:pt x="6068" y="7833"/>
                  </a:cubicBezTo>
                  <a:lnTo>
                    <a:pt x="6079" y="7833"/>
                  </a:lnTo>
                  <a:cubicBezTo>
                    <a:pt x="6157" y="7833"/>
                    <a:pt x="6246" y="7811"/>
                    <a:pt x="6313" y="7777"/>
                  </a:cubicBezTo>
                  <a:cubicBezTo>
                    <a:pt x="6414" y="7878"/>
                    <a:pt x="6537" y="7945"/>
                    <a:pt x="6693" y="7945"/>
                  </a:cubicBezTo>
                  <a:cubicBezTo>
                    <a:pt x="6760" y="7945"/>
                    <a:pt x="6839" y="7933"/>
                    <a:pt x="6894" y="7900"/>
                  </a:cubicBezTo>
                  <a:cubicBezTo>
                    <a:pt x="6917" y="8012"/>
                    <a:pt x="7006" y="8101"/>
                    <a:pt x="7129" y="8101"/>
                  </a:cubicBezTo>
                  <a:cubicBezTo>
                    <a:pt x="7151" y="8101"/>
                    <a:pt x="7174" y="8090"/>
                    <a:pt x="7196" y="8090"/>
                  </a:cubicBezTo>
                  <a:cubicBezTo>
                    <a:pt x="7308" y="8224"/>
                    <a:pt x="7475" y="8313"/>
                    <a:pt x="7654" y="8313"/>
                  </a:cubicBezTo>
                  <a:cubicBezTo>
                    <a:pt x="7922" y="8313"/>
                    <a:pt x="8146" y="8123"/>
                    <a:pt x="8235" y="7889"/>
                  </a:cubicBezTo>
                  <a:cubicBezTo>
                    <a:pt x="8358" y="8045"/>
                    <a:pt x="8537" y="8157"/>
                    <a:pt x="8760" y="8157"/>
                  </a:cubicBezTo>
                  <a:cubicBezTo>
                    <a:pt x="8939" y="8157"/>
                    <a:pt x="9095" y="8090"/>
                    <a:pt x="9218" y="7978"/>
                  </a:cubicBezTo>
                  <a:cubicBezTo>
                    <a:pt x="9285" y="7989"/>
                    <a:pt x="9364" y="8001"/>
                    <a:pt x="9431" y="8001"/>
                  </a:cubicBezTo>
                  <a:cubicBezTo>
                    <a:pt x="9554" y="8001"/>
                    <a:pt x="9665" y="7978"/>
                    <a:pt x="9766" y="7922"/>
                  </a:cubicBezTo>
                  <a:cubicBezTo>
                    <a:pt x="9866" y="7989"/>
                    <a:pt x="9978" y="8034"/>
                    <a:pt x="10101" y="8034"/>
                  </a:cubicBezTo>
                  <a:cubicBezTo>
                    <a:pt x="10202" y="8034"/>
                    <a:pt x="10291" y="8001"/>
                    <a:pt x="10380" y="7956"/>
                  </a:cubicBezTo>
                  <a:cubicBezTo>
                    <a:pt x="10436" y="7989"/>
                    <a:pt x="10503" y="8001"/>
                    <a:pt x="10570" y="8001"/>
                  </a:cubicBezTo>
                  <a:cubicBezTo>
                    <a:pt x="10660" y="8001"/>
                    <a:pt x="10727" y="7989"/>
                    <a:pt x="10794" y="7956"/>
                  </a:cubicBezTo>
                  <a:cubicBezTo>
                    <a:pt x="10894" y="8012"/>
                    <a:pt x="11006" y="8056"/>
                    <a:pt x="11129" y="8056"/>
                  </a:cubicBezTo>
                  <a:cubicBezTo>
                    <a:pt x="11375" y="8056"/>
                    <a:pt x="11576" y="7922"/>
                    <a:pt x="11676" y="7710"/>
                  </a:cubicBezTo>
                  <a:lnTo>
                    <a:pt x="11732" y="7710"/>
                  </a:lnTo>
                  <a:cubicBezTo>
                    <a:pt x="12012" y="7710"/>
                    <a:pt x="12246" y="7475"/>
                    <a:pt x="12246" y="7196"/>
                  </a:cubicBezTo>
                  <a:cubicBezTo>
                    <a:pt x="12358" y="7230"/>
                    <a:pt x="12492" y="7263"/>
                    <a:pt x="12615" y="7263"/>
                  </a:cubicBezTo>
                  <a:cubicBezTo>
                    <a:pt x="12894" y="7263"/>
                    <a:pt x="13140" y="7163"/>
                    <a:pt x="13341" y="7006"/>
                  </a:cubicBezTo>
                  <a:cubicBezTo>
                    <a:pt x="13475" y="7096"/>
                    <a:pt x="13643" y="7140"/>
                    <a:pt x="13811" y="7140"/>
                  </a:cubicBezTo>
                  <a:cubicBezTo>
                    <a:pt x="14302" y="7140"/>
                    <a:pt x="14716" y="6760"/>
                    <a:pt x="14749" y="6269"/>
                  </a:cubicBezTo>
                  <a:lnTo>
                    <a:pt x="14850" y="6269"/>
                  </a:lnTo>
                  <a:cubicBezTo>
                    <a:pt x="15676" y="6269"/>
                    <a:pt x="16347" y="5621"/>
                    <a:pt x="16347" y="4794"/>
                  </a:cubicBezTo>
                  <a:cubicBezTo>
                    <a:pt x="16347" y="4582"/>
                    <a:pt x="16302" y="4380"/>
                    <a:pt x="16224" y="4202"/>
                  </a:cubicBezTo>
                  <a:cubicBezTo>
                    <a:pt x="16503" y="3855"/>
                    <a:pt x="16682" y="3408"/>
                    <a:pt x="16637" y="2928"/>
                  </a:cubicBezTo>
                  <a:cubicBezTo>
                    <a:pt x="16637" y="2313"/>
                    <a:pt x="16358" y="1755"/>
                    <a:pt x="15922" y="1397"/>
                  </a:cubicBezTo>
                  <a:cubicBezTo>
                    <a:pt x="15576" y="1107"/>
                    <a:pt x="15129" y="917"/>
                    <a:pt x="14637" y="917"/>
                  </a:cubicBezTo>
                  <a:cubicBezTo>
                    <a:pt x="14190" y="917"/>
                    <a:pt x="13788" y="1062"/>
                    <a:pt x="13453" y="1308"/>
                  </a:cubicBezTo>
                  <a:cubicBezTo>
                    <a:pt x="13118" y="973"/>
                    <a:pt x="12649" y="749"/>
                    <a:pt x="12123" y="749"/>
                  </a:cubicBezTo>
                  <a:cubicBezTo>
                    <a:pt x="11676" y="749"/>
                    <a:pt x="11274" y="906"/>
                    <a:pt x="10950" y="1174"/>
                  </a:cubicBezTo>
                  <a:cubicBezTo>
                    <a:pt x="10704" y="492"/>
                    <a:pt x="10034" y="1"/>
                    <a:pt x="9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48"/>
            <p:cNvSpPr/>
            <p:nvPr/>
          </p:nvSpPr>
          <p:spPr>
            <a:xfrm>
              <a:off x="5191965" y="9332020"/>
              <a:ext cx="962040" cy="417060"/>
            </a:xfrm>
            <a:custGeom>
              <a:avLst/>
              <a:gdLst/>
              <a:ahLst/>
              <a:cxnLst/>
              <a:rect l="l" t="t" r="r" b="b"/>
              <a:pathLst>
                <a:path w="16034" h="6951" extrusionOk="0">
                  <a:moveTo>
                    <a:pt x="15319" y="1"/>
                  </a:moveTo>
                  <a:lnTo>
                    <a:pt x="15319" y="23"/>
                  </a:lnTo>
                  <a:cubicBezTo>
                    <a:pt x="15308" y="34"/>
                    <a:pt x="15308" y="45"/>
                    <a:pt x="15308" y="57"/>
                  </a:cubicBezTo>
                  <a:cubicBezTo>
                    <a:pt x="14883" y="2001"/>
                    <a:pt x="13542" y="3632"/>
                    <a:pt x="11710" y="4436"/>
                  </a:cubicBezTo>
                  <a:cubicBezTo>
                    <a:pt x="11084" y="4716"/>
                    <a:pt x="10447" y="4950"/>
                    <a:pt x="9788" y="5129"/>
                  </a:cubicBezTo>
                  <a:cubicBezTo>
                    <a:pt x="9472" y="5219"/>
                    <a:pt x="9153" y="5261"/>
                    <a:pt x="8832" y="5261"/>
                  </a:cubicBezTo>
                  <a:cubicBezTo>
                    <a:pt x="8596" y="5261"/>
                    <a:pt x="8360" y="5239"/>
                    <a:pt x="8123" y="5196"/>
                  </a:cubicBezTo>
                  <a:cubicBezTo>
                    <a:pt x="7096" y="5017"/>
                    <a:pt x="6068" y="4895"/>
                    <a:pt x="5096" y="4827"/>
                  </a:cubicBezTo>
                  <a:cubicBezTo>
                    <a:pt x="4984" y="4816"/>
                    <a:pt x="4875" y="4811"/>
                    <a:pt x="4767" y="4811"/>
                  </a:cubicBezTo>
                  <a:cubicBezTo>
                    <a:pt x="4660" y="4811"/>
                    <a:pt x="4554" y="4816"/>
                    <a:pt x="4448" y="4827"/>
                  </a:cubicBezTo>
                  <a:cubicBezTo>
                    <a:pt x="3029" y="4895"/>
                    <a:pt x="1531" y="5084"/>
                    <a:pt x="1" y="5341"/>
                  </a:cubicBezTo>
                  <a:cubicBezTo>
                    <a:pt x="336" y="5643"/>
                    <a:pt x="760" y="5844"/>
                    <a:pt x="1252" y="5844"/>
                  </a:cubicBezTo>
                  <a:cubicBezTo>
                    <a:pt x="1453" y="5844"/>
                    <a:pt x="1632" y="5811"/>
                    <a:pt x="1800" y="5755"/>
                  </a:cubicBezTo>
                  <a:cubicBezTo>
                    <a:pt x="1967" y="6001"/>
                    <a:pt x="2213" y="6168"/>
                    <a:pt x="2515" y="6224"/>
                  </a:cubicBezTo>
                  <a:cubicBezTo>
                    <a:pt x="2760" y="6425"/>
                    <a:pt x="3084" y="6570"/>
                    <a:pt x="3442" y="6570"/>
                  </a:cubicBezTo>
                  <a:cubicBezTo>
                    <a:pt x="3576" y="6570"/>
                    <a:pt x="3665" y="6559"/>
                    <a:pt x="3777" y="6526"/>
                  </a:cubicBezTo>
                  <a:cubicBezTo>
                    <a:pt x="3833" y="6705"/>
                    <a:pt x="4001" y="6839"/>
                    <a:pt x="4202" y="6839"/>
                  </a:cubicBezTo>
                  <a:cubicBezTo>
                    <a:pt x="4269" y="6839"/>
                    <a:pt x="4336" y="6805"/>
                    <a:pt x="4392" y="6783"/>
                  </a:cubicBezTo>
                  <a:cubicBezTo>
                    <a:pt x="4470" y="6816"/>
                    <a:pt x="4548" y="6850"/>
                    <a:pt x="4637" y="6850"/>
                  </a:cubicBezTo>
                  <a:cubicBezTo>
                    <a:pt x="4805" y="6850"/>
                    <a:pt x="4939" y="6760"/>
                    <a:pt x="5029" y="6638"/>
                  </a:cubicBezTo>
                  <a:lnTo>
                    <a:pt x="5040" y="6638"/>
                  </a:lnTo>
                  <a:cubicBezTo>
                    <a:pt x="5196" y="6638"/>
                    <a:pt x="5319" y="6570"/>
                    <a:pt x="5420" y="6470"/>
                  </a:cubicBezTo>
                  <a:lnTo>
                    <a:pt x="5431" y="6470"/>
                  </a:lnTo>
                  <a:cubicBezTo>
                    <a:pt x="5509" y="6470"/>
                    <a:pt x="5598" y="6448"/>
                    <a:pt x="5665" y="6414"/>
                  </a:cubicBezTo>
                  <a:cubicBezTo>
                    <a:pt x="5766" y="6515"/>
                    <a:pt x="5889" y="6582"/>
                    <a:pt x="6045" y="6582"/>
                  </a:cubicBezTo>
                  <a:cubicBezTo>
                    <a:pt x="6112" y="6582"/>
                    <a:pt x="6191" y="6570"/>
                    <a:pt x="6246" y="6537"/>
                  </a:cubicBezTo>
                  <a:cubicBezTo>
                    <a:pt x="6269" y="6649"/>
                    <a:pt x="6358" y="6738"/>
                    <a:pt x="6481" y="6738"/>
                  </a:cubicBezTo>
                  <a:cubicBezTo>
                    <a:pt x="6503" y="6738"/>
                    <a:pt x="6526" y="6727"/>
                    <a:pt x="6548" y="6727"/>
                  </a:cubicBezTo>
                  <a:cubicBezTo>
                    <a:pt x="6660" y="6861"/>
                    <a:pt x="6827" y="6950"/>
                    <a:pt x="7006" y="6950"/>
                  </a:cubicBezTo>
                  <a:cubicBezTo>
                    <a:pt x="7274" y="6950"/>
                    <a:pt x="7498" y="6760"/>
                    <a:pt x="7587" y="6526"/>
                  </a:cubicBezTo>
                  <a:cubicBezTo>
                    <a:pt x="7710" y="6682"/>
                    <a:pt x="7889" y="6794"/>
                    <a:pt x="8112" y="6794"/>
                  </a:cubicBezTo>
                  <a:cubicBezTo>
                    <a:pt x="8291" y="6794"/>
                    <a:pt x="8447" y="6727"/>
                    <a:pt x="8570" y="6615"/>
                  </a:cubicBezTo>
                  <a:cubicBezTo>
                    <a:pt x="8637" y="6626"/>
                    <a:pt x="8716" y="6638"/>
                    <a:pt x="8783" y="6638"/>
                  </a:cubicBezTo>
                  <a:cubicBezTo>
                    <a:pt x="8906" y="6638"/>
                    <a:pt x="9017" y="6615"/>
                    <a:pt x="9118" y="6559"/>
                  </a:cubicBezTo>
                  <a:cubicBezTo>
                    <a:pt x="9218" y="6626"/>
                    <a:pt x="9330" y="6671"/>
                    <a:pt x="9453" y="6671"/>
                  </a:cubicBezTo>
                  <a:cubicBezTo>
                    <a:pt x="9554" y="6671"/>
                    <a:pt x="9643" y="6638"/>
                    <a:pt x="9732" y="6593"/>
                  </a:cubicBezTo>
                  <a:cubicBezTo>
                    <a:pt x="9788" y="6626"/>
                    <a:pt x="9855" y="6638"/>
                    <a:pt x="9922" y="6638"/>
                  </a:cubicBezTo>
                  <a:cubicBezTo>
                    <a:pt x="10012" y="6638"/>
                    <a:pt x="10079" y="6626"/>
                    <a:pt x="10146" y="6593"/>
                  </a:cubicBezTo>
                  <a:cubicBezTo>
                    <a:pt x="10246" y="6649"/>
                    <a:pt x="10358" y="6693"/>
                    <a:pt x="10481" y="6693"/>
                  </a:cubicBezTo>
                  <a:cubicBezTo>
                    <a:pt x="10727" y="6693"/>
                    <a:pt x="10928" y="6559"/>
                    <a:pt x="11028" y="6347"/>
                  </a:cubicBezTo>
                  <a:lnTo>
                    <a:pt x="11084" y="6347"/>
                  </a:lnTo>
                  <a:cubicBezTo>
                    <a:pt x="11364" y="6347"/>
                    <a:pt x="11598" y="6112"/>
                    <a:pt x="11598" y="5833"/>
                  </a:cubicBezTo>
                  <a:cubicBezTo>
                    <a:pt x="11710" y="5867"/>
                    <a:pt x="11844" y="5900"/>
                    <a:pt x="11967" y="5900"/>
                  </a:cubicBezTo>
                  <a:cubicBezTo>
                    <a:pt x="12246" y="5900"/>
                    <a:pt x="12492" y="5800"/>
                    <a:pt x="12693" y="5643"/>
                  </a:cubicBezTo>
                  <a:cubicBezTo>
                    <a:pt x="12827" y="5733"/>
                    <a:pt x="12995" y="5777"/>
                    <a:pt x="13163" y="5777"/>
                  </a:cubicBezTo>
                  <a:cubicBezTo>
                    <a:pt x="13654" y="5777"/>
                    <a:pt x="14068" y="5397"/>
                    <a:pt x="14101" y="4906"/>
                  </a:cubicBezTo>
                  <a:lnTo>
                    <a:pt x="14202" y="4906"/>
                  </a:lnTo>
                  <a:cubicBezTo>
                    <a:pt x="15028" y="4906"/>
                    <a:pt x="15699" y="4258"/>
                    <a:pt x="15699" y="3431"/>
                  </a:cubicBezTo>
                  <a:cubicBezTo>
                    <a:pt x="15699" y="3219"/>
                    <a:pt x="15654" y="3017"/>
                    <a:pt x="15576" y="2839"/>
                  </a:cubicBezTo>
                  <a:cubicBezTo>
                    <a:pt x="15855" y="2492"/>
                    <a:pt x="16034" y="2045"/>
                    <a:pt x="16034" y="1543"/>
                  </a:cubicBezTo>
                  <a:cubicBezTo>
                    <a:pt x="16034" y="928"/>
                    <a:pt x="15755" y="369"/>
                    <a:pt x="15319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48"/>
            <p:cNvSpPr/>
            <p:nvPr/>
          </p:nvSpPr>
          <p:spPr>
            <a:xfrm>
              <a:off x="5454105" y="10276240"/>
              <a:ext cx="439800" cy="423420"/>
            </a:xfrm>
            <a:custGeom>
              <a:avLst/>
              <a:gdLst/>
              <a:ahLst/>
              <a:cxnLst/>
              <a:rect l="l" t="t" r="r" b="b"/>
              <a:pathLst>
                <a:path w="7330" h="7057" extrusionOk="0">
                  <a:moveTo>
                    <a:pt x="3687" y="3012"/>
                  </a:moveTo>
                  <a:cubicBezTo>
                    <a:pt x="4067" y="3012"/>
                    <a:pt x="4369" y="3314"/>
                    <a:pt x="4369" y="3694"/>
                  </a:cubicBezTo>
                  <a:cubicBezTo>
                    <a:pt x="4369" y="4074"/>
                    <a:pt x="4067" y="4386"/>
                    <a:pt x="3687" y="4386"/>
                  </a:cubicBezTo>
                  <a:cubicBezTo>
                    <a:pt x="3308" y="4386"/>
                    <a:pt x="3006" y="4074"/>
                    <a:pt x="3006" y="3694"/>
                  </a:cubicBezTo>
                  <a:cubicBezTo>
                    <a:pt x="3006" y="3314"/>
                    <a:pt x="3308" y="3012"/>
                    <a:pt x="3687" y="3012"/>
                  </a:cubicBezTo>
                  <a:close/>
                  <a:moveTo>
                    <a:pt x="3629" y="1"/>
                  </a:moveTo>
                  <a:cubicBezTo>
                    <a:pt x="3308" y="1"/>
                    <a:pt x="2987" y="54"/>
                    <a:pt x="2682" y="163"/>
                  </a:cubicBezTo>
                  <a:cubicBezTo>
                    <a:pt x="2335" y="286"/>
                    <a:pt x="2011" y="431"/>
                    <a:pt x="1743" y="599"/>
                  </a:cubicBezTo>
                  <a:cubicBezTo>
                    <a:pt x="2056" y="1358"/>
                    <a:pt x="2514" y="2163"/>
                    <a:pt x="3017" y="2967"/>
                  </a:cubicBezTo>
                  <a:cubicBezTo>
                    <a:pt x="2849" y="3124"/>
                    <a:pt x="2727" y="3336"/>
                    <a:pt x="2693" y="3571"/>
                  </a:cubicBezTo>
                  <a:cubicBezTo>
                    <a:pt x="1833" y="3593"/>
                    <a:pt x="984" y="3649"/>
                    <a:pt x="224" y="3805"/>
                  </a:cubicBezTo>
                  <a:cubicBezTo>
                    <a:pt x="157" y="3817"/>
                    <a:pt x="67" y="3839"/>
                    <a:pt x="0" y="3850"/>
                  </a:cubicBezTo>
                  <a:cubicBezTo>
                    <a:pt x="12" y="4174"/>
                    <a:pt x="67" y="4520"/>
                    <a:pt x="168" y="4867"/>
                  </a:cubicBezTo>
                  <a:cubicBezTo>
                    <a:pt x="179" y="4923"/>
                    <a:pt x="201" y="4990"/>
                    <a:pt x="224" y="5046"/>
                  </a:cubicBezTo>
                  <a:cubicBezTo>
                    <a:pt x="425" y="5604"/>
                    <a:pt x="782" y="6107"/>
                    <a:pt x="1274" y="6465"/>
                  </a:cubicBezTo>
                  <a:cubicBezTo>
                    <a:pt x="1553" y="6654"/>
                    <a:pt x="1855" y="6856"/>
                    <a:pt x="2179" y="7046"/>
                  </a:cubicBezTo>
                  <a:cubicBezTo>
                    <a:pt x="2548" y="6308"/>
                    <a:pt x="2961" y="5515"/>
                    <a:pt x="3419" y="4655"/>
                  </a:cubicBezTo>
                  <a:cubicBezTo>
                    <a:pt x="3509" y="4688"/>
                    <a:pt x="3587" y="4699"/>
                    <a:pt x="3687" y="4699"/>
                  </a:cubicBezTo>
                  <a:cubicBezTo>
                    <a:pt x="3777" y="4699"/>
                    <a:pt x="3844" y="4688"/>
                    <a:pt x="3911" y="4677"/>
                  </a:cubicBezTo>
                  <a:cubicBezTo>
                    <a:pt x="4369" y="5526"/>
                    <a:pt x="4794" y="6319"/>
                    <a:pt x="5151" y="7057"/>
                  </a:cubicBezTo>
                  <a:cubicBezTo>
                    <a:pt x="5475" y="6867"/>
                    <a:pt x="5788" y="6666"/>
                    <a:pt x="6067" y="6476"/>
                  </a:cubicBezTo>
                  <a:cubicBezTo>
                    <a:pt x="6123" y="6431"/>
                    <a:pt x="6190" y="6386"/>
                    <a:pt x="6246" y="6330"/>
                  </a:cubicBezTo>
                  <a:cubicBezTo>
                    <a:pt x="6693" y="5962"/>
                    <a:pt x="7017" y="5459"/>
                    <a:pt x="7162" y="4878"/>
                  </a:cubicBezTo>
                  <a:cubicBezTo>
                    <a:pt x="7263" y="4520"/>
                    <a:pt x="7319" y="4185"/>
                    <a:pt x="7330" y="3861"/>
                  </a:cubicBezTo>
                  <a:cubicBezTo>
                    <a:pt x="6983" y="3783"/>
                    <a:pt x="6626" y="3727"/>
                    <a:pt x="6246" y="3682"/>
                  </a:cubicBezTo>
                  <a:cubicBezTo>
                    <a:pt x="5743" y="3627"/>
                    <a:pt x="5207" y="3604"/>
                    <a:pt x="4671" y="3582"/>
                  </a:cubicBezTo>
                  <a:cubicBezTo>
                    <a:pt x="4637" y="3336"/>
                    <a:pt x="4514" y="3124"/>
                    <a:pt x="4347" y="2967"/>
                  </a:cubicBezTo>
                  <a:cubicBezTo>
                    <a:pt x="4782" y="2107"/>
                    <a:pt x="5207" y="1325"/>
                    <a:pt x="5620" y="599"/>
                  </a:cubicBezTo>
                  <a:cubicBezTo>
                    <a:pt x="5285" y="431"/>
                    <a:pt x="4950" y="286"/>
                    <a:pt x="4626" y="174"/>
                  </a:cubicBezTo>
                  <a:cubicBezTo>
                    <a:pt x="4305" y="60"/>
                    <a:pt x="3967" y="1"/>
                    <a:pt x="36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58" name="Google Shape;1358;p48"/>
          <p:cNvGrpSpPr/>
          <p:nvPr/>
        </p:nvGrpSpPr>
        <p:grpSpPr>
          <a:xfrm>
            <a:off x="5178692" y="3794176"/>
            <a:ext cx="2939256" cy="2636864"/>
            <a:chOff x="3231105" y="9220060"/>
            <a:chExt cx="2202240" cy="1975080"/>
          </a:xfrm>
        </p:grpSpPr>
        <p:sp>
          <p:nvSpPr>
            <p:cNvPr id="1359" name="Google Shape;1359;p48"/>
            <p:cNvSpPr/>
            <p:nvPr/>
          </p:nvSpPr>
          <p:spPr>
            <a:xfrm>
              <a:off x="3375885" y="9822760"/>
              <a:ext cx="89940" cy="813900"/>
            </a:xfrm>
            <a:custGeom>
              <a:avLst/>
              <a:gdLst/>
              <a:ahLst/>
              <a:cxnLst/>
              <a:rect l="l" t="t" r="r" b="b"/>
              <a:pathLst>
                <a:path w="1499" h="13565" extrusionOk="0">
                  <a:moveTo>
                    <a:pt x="202" y="0"/>
                  </a:moveTo>
                  <a:lnTo>
                    <a:pt x="1" y="13564"/>
                  </a:lnTo>
                  <a:lnTo>
                    <a:pt x="1498" y="13564"/>
                  </a:lnTo>
                  <a:lnTo>
                    <a:pt x="13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48"/>
            <p:cNvSpPr/>
            <p:nvPr/>
          </p:nvSpPr>
          <p:spPr>
            <a:xfrm>
              <a:off x="3375885" y="9822760"/>
              <a:ext cx="89940" cy="813240"/>
            </a:xfrm>
            <a:custGeom>
              <a:avLst/>
              <a:gdLst/>
              <a:ahLst/>
              <a:cxnLst/>
              <a:rect l="l" t="t" r="r" b="b"/>
              <a:pathLst>
                <a:path w="1499" h="13554" extrusionOk="0">
                  <a:moveTo>
                    <a:pt x="202" y="0"/>
                  </a:moveTo>
                  <a:lnTo>
                    <a:pt x="828" y="123"/>
                  </a:lnTo>
                  <a:cubicBezTo>
                    <a:pt x="984" y="157"/>
                    <a:pt x="1096" y="291"/>
                    <a:pt x="1096" y="447"/>
                  </a:cubicBezTo>
                  <a:lnTo>
                    <a:pt x="1264" y="12816"/>
                  </a:lnTo>
                  <a:cubicBezTo>
                    <a:pt x="1264" y="12983"/>
                    <a:pt x="1152" y="13151"/>
                    <a:pt x="995" y="13207"/>
                  </a:cubicBezTo>
                  <a:lnTo>
                    <a:pt x="1" y="13553"/>
                  </a:lnTo>
                  <a:lnTo>
                    <a:pt x="1498" y="13553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48"/>
            <p:cNvSpPr/>
            <p:nvPr/>
          </p:nvSpPr>
          <p:spPr>
            <a:xfrm>
              <a:off x="3231105" y="11106520"/>
              <a:ext cx="2202240" cy="88620"/>
            </a:xfrm>
            <a:custGeom>
              <a:avLst/>
              <a:gdLst/>
              <a:ahLst/>
              <a:cxnLst/>
              <a:rect l="l" t="t" r="r" b="b"/>
              <a:pathLst>
                <a:path w="36704" h="1477" extrusionOk="0">
                  <a:moveTo>
                    <a:pt x="604" y="1"/>
                  </a:moveTo>
                  <a:cubicBezTo>
                    <a:pt x="269" y="1"/>
                    <a:pt x="1" y="336"/>
                    <a:pt x="1" y="738"/>
                  </a:cubicBezTo>
                  <a:cubicBezTo>
                    <a:pt x="1" y="1149"/>
                    <a:pt x="252" y="1477"/>
                    <a:pt x="572" y="1477"/>
                  </a:cubicBezTo>
                  <a:cubicBezTo>
                    <a:pt x="583" y="1477"/>
                    <a:pt x="593" y="1476"/>
                    <a:pt x="604" y="1476"/>
                  </a:cubicBezTo>
                  <a:lnTo>
                    <a:pt x="36101" y="1476"/>
                  </a:lnTo>
                  <a:cubicBezTo>
                    <a:pt x="36436" y="1476"/>
                    <a:pt x="36704" y="1140"/>
                    <a:pt x="36704" y="738"/>
                  </a:cubicBezTo>
                  <a:cubicBezTo>
                    <a:pt x="36704" y="336"/>
                    <a:pt x="36436" y="1"/>
                    <a:pt x="3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48"/>
            <p:cNvSpPr/>
            <p:nvPr/>
          </p:nvSpPr>
          <p:spPr>
            <a:xfrm>
              <a:off x="3312225" y="10636600"/>
              <a:ext cx="697920" cy="469980"/>
            </a:xfrm>
            <a:custGeom>
              <a:avLst/>
              <a:gdLst/>
              <a:ahLst/>
              <a:cxnLst/>
              <a:rect l="l" t="t" r="r" b="b"/>
              <a:pathLst>
                <a:path w="11632" h="7833" extrusionOk="0">
                  <a:moveTo>
                    <a:pt x="1" y="0"/>
                  </a:moveTo>
                  <a:lnTo>
                    <a:pt x="1" y="7833"/>
                  </a:lnTo>
                  <a:lnTo>
                    <a:pt x="11632" y="7833"/>
                  </a:lnTo>
                  <a:lnTo>
                    <a:pt x="11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48"/>
            <p:cNvSpPr/>
            <p:nvPr/>
          </p:nvSpPr>
          <p:spPr>
            <a:xfrm>
              <a:off x="3931665" y="10470340"/>
              <a:ext cx="861480" cy="636240"/>
            </a:xfrm>
            <a:custGeom>
              <a:avLst/>
              <a:gdLst/>
              <a:ahLst/>
              <a:cxnLst/>
              <a:rect l="l" t="t" r="r" b="b"/>
              <a:pathLst>
                <a:path w="14358" h="10604" extrusionOk="0">
                  <a:moveTo>
                    <a:pt x="0" y="1"/>
                  </a:moveTo>
                  <a:lnTo>
                    <a:pt x="0" y="10604"/>
                  </a:lnTo>
                  <a:lnTo>
                    <a:pt x="14358" y="10604"/>
                  </a:lnTo>
                  <a:lnTo>
                    <a:pt x="143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48"/>
            <p:cNvSpPr/>
            <p:nvPr/>
          </p:nvSpPr>
          <p:spPr>
            <a:xfrm>
              <a:off x="4792425" y="10759300"/>
              <a:ext cx="570540" cy="347280"/>
            </a:xfrm>
            <a:custGeom>
              <a:avLst/>
              <a:gdLst/>
              <a:ahLst/>
              <a:cxnLst/>
              <a:rect l="l" t="t" r="r" b="b"/>
              <a:pathLst>
                <a:path w="9509" h="5788" extrusionOk="0">
                  <a:moveTo>
                    <a:pt x="1" y="0"/>
                  </a:moveTo>
                  <a:lnTo>
                    <a:pt x="1" y="5788"/>
                  </a:lnTo>
                  <a:lnTo>
                    <a:pt x="9509" y="5788"/>
                  </a:lnTo>
                  <a:lnTo>
                    <a:pt x="9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48"/>
            <p:cNvSpPr/>
            <p:nvPr/>
          </p:nvSpPr>
          <p:spPr>
            <a:xfrm>
              <a:off x="3369885" y="10748560"/>
              <a:ext cx="203160" cy="89880"/>
            </a:xfrm>
            <a:custGeom>
              <a:avLst/>
              <a:gdLst/>
              <a:ahLst/>
              <a:cxnLst/>
              <a:rect l="l" t="t" r="r" b="b"/>
              <a:pathLst>
                <a:path w="3386" h="1498" extrusionOk="0">
                  <a:moveTo>
                    <a:pt x="0" y="0"/>
                  </a:moveTo>
                  <a:lnTo>
                    <a:pt x="0" y="1498"/>
                  </a:lnTo>
                  <a:lnTo>
                    <a:pt x="3386" y="1498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8"/>
            <p:cNvSpPr/>
            <p:nvPr/>
          </p:nvSpPr>
          <p:spPr>
            <a:xfrm>
              <a:off x="3638025" y="10748560"/>
              <a:ext cx="203220" cy="89880"/>
            </a:xfrm>
            <a:custGeom>
              <a:avLst/>
              <a:gdLst/>
              <a:ahLst/>
              <a:cxnLst/>
              <a:rect l="l" t="t" r="r" b="b"/>
              <a:pathLst>
                <a:path w="3387" h="1498" extrusionOk="0">
                  <a:moveTo>
                    <a:pt x="1" y="0"/>
                  </a:moveTo>
                  <a:lnTo>
                    <a:pt x="1" y="1498"/>
                  </a:lnTo>
                  <a:lnTo>
                    <a:pt x="3386" y="1498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48"/>
            <p:cNvSpPr/>
            <p:nvPr/>
          </p:nvSpPr>
          <p:spPr>
            <a:xfrm>
              <a:off x="3638025" y="10938940"/>
              <a:ext cx="203220" cy="89220"/>
            </a:xfrm>
            <a:custGeom>
              <a:avLst/>
              <a:gdLst/>
              <a:ahLst/>
              <a:cxnLst/>
              <a:rect l="l" t="t" r="r" b="b"/>
              <a:pathLst>
                <a:path w="3387" h="1487" extrusionOk="0">
                  <a:moveTo>
                    <a:pt x="1" y="0"/>
                  </a:moveTo>
                  <a:lnTo>
                    <a:pt x="1" y="1486"/>
                  </a:lnTo>
                  <a:lnTo>
                    <a:pt x="3386" y="1486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48"/>
            <p:cNvSpPr/>
            <p:nvPr/>
          </p:nvSpPr>
          <p:spPr>
            <a:xfrm>
              <a:off x="3369885" y="10938940"/>
              <a:ext cx="203160" cy="89220"/>
            </a:xfrm>
            <a:custGeom>
              <a:avLst/>
              <a:gdLst/>
              <a:ahLst/>
              <a:cxnLst/>
              <a:rect l="l" t="t" r="r" b="b"/>
              <a:pathLst>
                <a:path w="3386" h="1487" extrusionOk="0">
                  <a:moveTo>
                    <a:pt x="0" y="0"/>
                  </a:moveTo>
                  <a:lnTo>
                    <a:pt x="0" y="1486"/>
                  </a:lnTo>
                  <a:lnTo>
                    <a:pt x="3386" y="1486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48"/>
            <p:cNvSpPr/>
            <p:nvPr/>
          </p:nvSpPr>
          <p:spPr>
            <a:xfrm>
              <a:off x="4840005" y="10826320"/>
              <a:ext cx="202560" cy="89880"/>
            </a:xfrm>
            <a:custGeom>
              <a:avLst/>
              <a:gdLst/>
              <a:ahLst/>
              <a:cxnLst/>
              <a:rect l="l" t="t" r="r" b="b"/>
              <a:pathLst>
                <a:path w="3376" h="1498" extrusionOk="0">
                  <a:moveTo>
                    <a:pt x="1" y="0"/>
                  </a:moveTo>
                  <a:lnTo>
                    <a:pt x="1" y="1498"/>
                  </a:lnTo>
                  <a:lnTo>
                    <a:pt x="3375" y="1498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48"/>
            <p:cNvSpPr/>
            <p:nvPr/>
          </p:nvSpPr>
          <p:spPr>
            <a:xfrm>
              <a:off x="5109525" y="10826320"/>
              <a:ext cx="203160" cy="89880"/>
            </a:xfrm>
            <a:custGeom>
              <a:avLst/>
              <a:gdLst/>
              <a:ahLst/>
              <a:cxnLst/>
              <a:rect l="l" t="t" r="r" b="b"/>
              <a:pathLst>
                <a:path w="3386" h="1498" extrusionOk="0">
                  <a:moveTo>
                    <a:pt x="0" y="0"/>
                  </a:moveTo>
                  <a:lnTo>
                    <a:pt x="0" y="1498"/>
                  </a:lnTo>
                  <a:lnTo>
                    <a:pt x="3386" y="1498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48"/>
            <p:cNvSpPr/>
            <p:nvPr/>
          </p:nvSpPr>
          <p:spPr>
            <a:xfrm>
              <a:off x="5109525" y="10993900"/>
              <a:ext cx="203160" cy="89880"/>
            </a:xfrm>
            <a:custGeom>
              <a:avLst/>
              <a:gdLst/>
              <a:ahLst/>
              <a:cxnLst/>
              <a:rect l="l" t="t" r="r" b="b"/>
              <a:pathLst>
                <a:path w="3386" h="1498" extrusionOk="0">
                  <a:moveTo>
                    <a:pt x="0" y="1"/>
                  </a:moveTo>
                  <a:lnTo>
                    <a:pt x="0" y="1498"/>
                  </a:lnTo>
                  <a:lnTo>
                    <a:pt x="3386" y="1498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48"/>
            <p:cNvSpPr/>
            <p:nvPr/>
          </p:nvSpPr>
          <p:spPr>
            <a:xfrm>
              <a:off x="4840005" y="10993900"/>
              <a:ext cx="202560" cy="89880"/>
            </a:xfrm>
            <a:custGeom>
              <a:avLst/>
              <a:gdLst/>
              <a:ahLst/>
              <a:cxnLst/>
              <a:rect l="l" t="t" r="r" b="b"/>
              <a:pathLst>
                <a:path w="3376" h="1498" extrusionOk="0">
                  <a:moveTo>
                    <a:pt x="1" y="1"/>
                  </a:moveTo>
                  <a:lnTo>
                    <a:pt x="1" y="1498"/>
                  </a:lnTo>
                  <a:lnTo>
                    <a:pt x="3375" y="1498"/>
                  </a:ln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48"/>
            <p:cNvSpPr/>
            <p:nvPr/>
          </p:nvSpPr>
          <p:spPr>
            <a:xfrm>
              <a:off x="3998685" y="10591660"/>
              <a:ext cx="202500" cy="89940"/>
            </a:xfrm>
            <a:custGeom>
              <a:avLst/>
              <a:gdLst/>
              <a:ahLst/>
              <a:cxnLst/>
              <a:rect l="l" t="t" r="r" b="b"/>
              <a:pathLst>
                <a:path w="3375" h="1499" extrusionOk="0">
                  <a:moveTo>
                    <a:pt x="1" y="1"/>
                  </a:moveTo>
                  <a:lnTo>
                    <a:pt x="1" y="1498"/>
                  </a:lnTo>
                  <a:lnTo>
                    <a:pt x="3375" y="1498"/>
                  </a:ln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48"/>
            <p:cNvSpPr/>
            <p:nvPr/>
          </p:nvSpPr>
          <p:spPr>
            <a:xfrm>
              <a:off x="4260165" y="10591660"/>
              <a:ext cx="202500" cy="89940"/>
            </a:xfrm>
            <a:custGeom>
              <a:avLst/>
              <a:gdLst/>
              <a:ahLst/>
              <a:cxnLst/>
              <a:rect l="l" t="t" r="r" b="b"/>
              <a:pathLst>
                <a:path w="3375" h="1499" extrusionOk="0">
                  <a:moveTo>
                    <a:pt x="0" y="1"/>
                  </a:moveTo>
                  <a:lnTo>
                    <a:pt x="0" y="1498"/>
                  </a:lnTo>
                  <a:lnTo>
                    <a:pt x="3374" y="1498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48"/>
            <p:cNvSpPr/>
            <p:nvPr/>
          </p:nvSpPr>
          <p:spPr>
            <a:xfrm>
              <a:off x="4522245" y="10591660"/>
              <a:ext cx="203220" cy="89940"/>
            </a:xfrm>
            <a:custGeom>
              <a:avLst/>
              <a:gdLst/>
              <a:ahLst/>
              <a:cxnLst/>
              <a:rect l="l" t="t" r="r" b="b"/>
              <a:pathLst>
                <a:path w="3387" h="1499" extrusionOk="0">
                  <a:moveTo>
                    <a:pt x="1" y="1"/>
                  </a:moveTo>
                  <a:lnTo>
                    <a:pt x="1" y="1498"/>
                  </a:lnTo>
                  <a:lnTo>
                    <a:pt x="3386" y="1498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48"/>
            <p:cNvSpPr/>
            <p:nvPr/>
          </p:nvSpPr>
          <p:spPr>
            <a:xfrm>
              <a:off x="3998685" y="10748560"/>
              <a:ext cx="202500" cy="89880"/>
            </a:xfrm>
            <a:custGeom>
              <a:avLst/>
              <a:gdLst/>
              <a:ahLst/>
              <a:cxnLst/>
              <a:rect l="l" t="t" r="r" b="b"/>
              <a:pathLst>
                <a:path w="3375" h="1498" extrusionOk="0">
                  <a:moveTo>
                    <a:pt x="1" y="0"/>
                  </a:moveTo>
                  <a:lnTo>
                    <a:pt x="1" y="1498"/>
                  </a:lnTo>
                  <a:lnTo>
                    <a:pt x="3375" y="1498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48"/>
            <p:cNvSpPr/>
            <p:nvPr/>
          </p:nvSpPr>
          <p:spPr>
            <a:xfrm>
              <a:off x="4260165" y="10748560"/>
              <a:ext cx="202500" cy="89880"/>
            </a:xfrm>
            <a:custGeom>
              <a:avLst/>
              <a:gdLst/>
              <a:ahLst/>
              <a:cxnLst/>
              <a:rect l="l" t="t" r="r" b="b"/>
              <a:pathLst>
                <a:path w="3375" h="1498" extrusionOk="0">
                  <a:moveTo>
                    <a:pt x="0" y="0"/>
                  </a:moveTo>
                  <a:lnTo>
                    <a:pt x="0" y="1498"/>
                  </a:lnTo>
                  <a:lnTo>
                    <a:pt x="3374" y="1498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48"/>
            <p:cNvSpPr/>
            <p:nvPr/>
          </p:nvSpPr>
          <p:spPr>
            <a:xfrm>
              <a:off x="4522245" y="10748560"/>
              <a:ext cx="203220" cy="89880"/>
            </a:xfrm>
            <a:custGeom>
              <a:avLst/>
              <a:gdLst/>
              <a:ahLst/>
              <a:cxnLst/>
              <a:rect l="l" t="t" r="r" b="b"/>
              <a:pathLst>
                <a:path w="3387" h="1498" extrusionOk="0">
                  <a:moveTo>
                    <a:pt x="1" y="0"/>
                  </a:moveTo>
                  <a:lnTo>
                    <a:pt x="1" y="1498"/>
                  </a:lnTo>
                  <a:lnTo>
                    <a:pt x="3386" y="1498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48"/>
            <p:cNvSpPr/>
            <p:nvPr/>
          </p:nvSpPr>
          <p:spPr>
            <a:xfrm>
              <a:off x="3998685" y="10905400"/>
              <a:ext cx="202500" cy="89220"/>
            </a:xfrm>
            <a:custGeom>
              <a:avLst/>
              <a:gdLst/>
              <a:ahLst/>
              <a:cxnLst/>
              <a:rect l="l" t="t" r="r" b="b"/>
              <a:pathLst>
                <a:path w="3375" h="1487" extrusionOk="0">
                  <a:moveTo>
                    <a:pt x="1" y="1"/>
                  </a:moveTo>
                  <a:lnTo>
                    <a:pt x="1" y="1487"/>
                  </a:lnTo>
                  <a:lnTo>
                    <a:pt x="3375" y="1487"/>
                  </a:ln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48"/>
            <p:cNvSpPr/>
            <p:nvPr/>
          </p:nvSpPr>
          <p:spPr>
            <a:xfrm>
              <a:off x="4260165" y="10905400"/>
              <a:ext cx="202500" cy="89220"/>
            </a:xfrm>
            <a:custGeom>
              <a:avLst/>
              <a:gdLst/>
              <a:ahLst/>
              <a:cxnLst/>
              <a:rect l="l" t="t" r="r" b="b"/>
              <a:pathLst>
                <a:path w="3375" h="1487" extrusionOk="0">
                  <a:moveTo>
                    <a:pt x="0" y="1"/>
                  </a:moveTo>
                  <a:lnTo>
                    <a:pt x="0" y="1487"/>
                  </a:lnTo>
                  <a:lnTo>
                    <a:pt x="3374" y="1487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48"/>
            <p:cNvSpPr/>
            <p:nvPr/>
          </p:nvSpPr>
          <p:spPr>
            <a:xfrm>
              <a:off x="4522245" y="10905400"/>
              <a:ext cx="203220" cy="89220"/>
            </a:xfrm>
            <a:custGeom>
              <a:avLst/>
              <a:gdLst/>
              <a:ahLst/>
              <a:cxnLst/>
              <a:rect l="l" t="t" r="r" b="b"/>
              <a:pathLst>
                <a:path w="3387" h="1487" extrusionOk="0">
                  <a:moveTo>
                    <a:pt x="1" y="1"/>
                  </a:moveTo>
                  <a:lnTo>
                    <a:pt x="1" y="1487"/>
                  </a:lnTo>
                  <a:lnTo>
                    <a:pt x="3386" y="1487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48"/>
            <p:cNvSpPr/>
            <p:nvPr/>
          </p:nvSpPr>
          <p:spPr>
            <a:xfrm>
              <a:off x="4792425" y="10759300"/>
              <a:ext cx="38940" cy="347280"/>
            </a:xfrm>
            <a:custGeom>
              <a:avLst/>
              <a:gdLst/>
              <a:ahLst/>
              <a:cxnLst/>
              <a:rect l="l" t="t" r="r" b="b"/>
              <a:pathLst>
                <a:path w="649" h="5788" extrusionOk="0">
                  <a:moveTo>
                    <a:pt x="1" y="0"/>
                  </a:moveTo>
                  <a:lnTo>
                    <a:pt x="1" y="5788"/>
                  </a:lnTo>
                  <a:lnTo>
                    <a:pt x="649" y="5788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48"/>
            <p:cNvSpPr/>
            <p:nvPr/>
          </p:nvSpPr>
          <p:spPr>
            <a:xfrm>
              <a:off x="3861945" y="10636600"/>
              <a:ext cx="69780" cy="469980"/>
            </a:xfrm>
            <a:custGeom>
              <a:avLst/>
              <a:gdLst/>
              <a:ahLst/>
              <a:cxnLst/>
              <a:rect l="l" t="t" r="r" b="b"/>
              <a:pathLst>
                <a:path w="1163" h="7833" extrusionOk="0">
                  <a:moveTo>
                    <a:pt x="682" y="0"/>
                  </a:moveTo>
                  <a:lnTo>
                    <a:pt x="0" y="7833"/>
                  </a:lnTo>
                  <a:lnTo>
                    <a:pt x="1162" y="7833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48"/>
            <p:cNvSpPr/>
            <p:nvPr/>
          </p:nvSpPr>
          <p:spPr>
            <a:xfrm>
              <a:off x="3297465" y="9220060"/>
              <a:ext cx="274920" cy="575940"/>
            </a:xfrm>
            <a:custGeom>
              <a:avLst/>
              <a:gdLst/>
              <a:ahLst/>
              <a:cxnLst/>
              <a:rect l="l" t="t" r="r" b="b"/>
              <a:pathLst>
                <a:path w="4582" h="9599" extrusionOk="0">
                  <a:moveTo>
                    <a:pt x="1800" y="1"/>
                  </a:moveTo>
                  <a:cubicBezTo>
                    <a:pt x="872" y="1"/>
                    <a:pt x="124" y="761"/>
                    <a:pt x="124" y="1677"/>
                  </a:cubicBezTo>
                  <a:cubicBezTo>
                    <a:pt x="124" y="1911"/>
                    <a:pt x="168" y="2124"/>
                    <a:pt x="247" y="2314"/>
                  </a:cubicBezTo>
                  <a:cubicBezTo>
                    <a:pt x="202" y="2437"/>
                    <a:pt x="179" y="2526"/>
                    <a:pt x="179" y="2649"/>
                  </a:cubicBezTo>
                  <a:cubicBezTo>
                    <a:pt x="179" y="2995"/>
                    <a:pt x="369" y="3275"/>
                    <a:pt x="649" y="3409"/>
                  </a:cubicBezTo>
                  <a:cubicBezTo>
                    <a:pt x="247" y="3688"/>
                    <a:pt x="1" y="4135"/>
                    <a:pt x="1" y="4649"/>
                  </a:cubicBezTo>
                  <a:cubicBezTo>
                    <a:pt x="1" y="5040"/>
                    <a:pt x="146" y="5409"/>
                    <a:pt x="403" y="5677"/>
                  </a:cubicBezTo>
                  <a:cubicBezTo>
                    <a:pt x="347" y="5788"/>
                    <a:pt x="314" y="5923"/>
                    <a:pt x="314" y="6068"/>
                  </a:cubicBezTo>
                  <a:cubicBezTo>
                    <a:pt x="314" y="6448"/>
                    <a:pt x="559" y="6794"/>
                    <a:pt x="872" y="6939"/>
                  </a:cubicBezTo>
                  <a:cubicBezTo>
                    <a:pt x="805" y="7073"/>
                    <a:pt x="760" y="7207"/>
                    <a:pt x="760" y="7353"/>
                  </a:cubicBezTo>
                  <a:cubicBezTo>
                    <a:pt x="760" y="7666"/>
                    <a:pt x="928" y="7934"/>
                    <a:pt x="1185" y="8090"/>
                  </a:cubicBezTo>
                  <a:cubicBezTo>
                    <a:pt x="1006" y="8202"/>
                    <a:pt x="872" y="8392"/>
                    <a:pt x="872" y="8638"/>
                  </a:cubicBezTo>
                  <a:cubicBezTo>
                    <a:pt x="872" y="8995"/>
                    <a:pt x="1152" y="9274"/>
                    <a:pt x="1509" y="9274"/>
                  </a:cubicBezTo>
                  <a:cubicBezTo>
                    <a:pt x="1543" y="9274"/>
                    <a:pt x="1598" y="9274"/>
                    <a:pt x="1643" y="9263"/>
                  </a:cubicBezTo>
                  <a:cubicBezTo>
                    <a:pt x="1688" y="9453"/>
                    <a:pt x="1855" y="9598"/>
                    <a:pt x="2045" y="9598"/>
                  </a:cubicBezTo>
                  <a:cubicBezTo>
                    <a:pt x="2258" y="9598"/>
                    <a:pt x="2414" y="9453"/>
                    <a:pt x="2459" y="9274"/>
                  </a:cubicBezTo>
                  <a:lnTo>
                    <a:pt x="2470" y="9274"/>
                  </a:lnTo>
                  <a:cubicBezTo>
                    <a:pt x="2816" y="9274"/>
                    <a:pt x="3096" y="8995"/>
                    <a:pt x="3096" y="8649"/>
                  </a:cubicBezTo>
                  <a:cubicBezTo>
                    <a:pt x="3096" y="8537"/>
                    <a:pt x="3073" y="8436"/>
                    <a:pt x="3017" y="8336"/>
                  </a:cubicBezTo>
                  <a:cubicBezTo>
                    <a:pt x="3353" y="8280"/>
                    <a:pt x="3598" y="8001"/>
                    <a:pt x="3598" y="7654"/>
                  </a:cubicBezTo>
                  <a:cubicBezTo>
                    <a:pt x="3598" y="7543"/>
                    <a:pt x="3576" y="7442"/>
                    <a:pt x="3531" y="7353"/>
                  </a:cubicBezTo>
                  <a:cubicBezTo>
                    <a:pt x="3554" y="7263"/>
                    <a:pt x="3587" y="7163"/>
                    <a:pt x="3587" y="7073"/>
                  </a:cubicBezTo>
                  <a:cubicBezTo>
                    <a:pt x="3587" y="6906"/>
                    <a:pt x="3531" y="6738"/>
                    <a:pt x="3442" y="6604"/>
                  </a:cubicBezTo>
                  <a:cubicBezTo>
                    <a:pt x="3610" y="6481"/>
                    <a:pt x="3721" y="6302"/>
                    <a:pt x="3755" y="6090"/>
                  </a:cubicBezTo>
                  <a:cubicBezTo>
                    <a:pt x="4001" y="5911"/>
                    <a:pt x="4157" y="5610"/>
                    <a:pt x="4157" y="5297"/>
                  </a:cubicBezTo>
                  <a:cubicBezTo>
                    <a:pt x="4157" y="5140"/>
                    <a:pt x="4112" y="5006"/>
                    <a:pt x="4045" y="4861"/>
                  </a:cubicBezTo>
                  <a:cubicBezTo>
                    <a:pt x="4369" y="4705"/>
                    <a:pt x="4582" y="4370"/>
                    <a:pt x="4582" y="3956"/>
                  </a:cubicBezTo>
                  <a:cubicBezTo>
                    <a:pt x="4582" y="3554"/>
                    <a:pt x="4336" y="3208"/>
                    <a:pt x="3989" y="3062"/>
                  </a:cubicBezTo>
                  <a:cubicBezTo>
                    <a:pt x="4157" y="2850"/>
                    <a:pt x="4258" y="2604"/>
                    <a:pt x="4258" y="2325"/>
                  </a:cubicBezTo>
                  <a:cubicBezTo>
                    <a:pt x="4258" y="1789"/>
                    <a:pt x="3889" y="1353"/>
                    <a:pt x="3408" y="1219"/>
                  </a:cubicBezTo>
                  <a:cubicBezTo>
                    <a:pt x="3207" y="515"/>
                    <a:pt x="2571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48"/>
            <p:cNvSpPr/>
            <p:nvPr/>
          </p:nvSpPr>
          <p:spPr>
            <a:xfrm>
              <a:off x="3343065" y="9293140"/>
              <a:ext cx="229320" cy="502860"/>
            </a:xfrm>
            <a:custGeom>
              <a:avLst/>
              <a:gdLst/>
              <a:ahLst/>
              <a:cxnLst/>
              <a:rect l="l" t="t" r="r" b="b"/>
              <a:pathLst>
                <a:path w="3822" h="8381" extrusionOk="0">
                  <a:moveTo>
                    <a:pt x="2648" y="1"/>
                  </a:moveTo>
                  <a:lnTo>
                    <a:pt x="2648" y="1"/>
                  </a:lnTo>
                  <a:cubicBezTo>
                    <a:pt x="2760" y="571"/>
                    <a:pt x="2704" y="1096"/>
                    <a:pt x="2548" y="1598"/>
                  </a:cubicBezTo>
                  <a:cubicBezTo>
                    <a:pt x="2459" y="1911"/>
                    <a:pt x="2514" y="2246"/>
                    <a:pt x="2727" y="2481"/>
                  </a:cubicBezTo>
                  <a:lnTo>
                    <a:pt x="2783" y="2537"/>
                  </a:lnTo>
                  <a:cubicBezTo>
                    <a:pt x="2939" y="2693"/>
                    <a:pt x="3017" y="2928"/>
                    <a:pt x="2950" y="3140"/>
                  </a:cubicBezTo>
                  <a:cubicBezTo>
                    <a:pt x="2872" y="3431"/>
                    <a:pt x="2716" y="3688"/>
                    <a:pt x="2514" y="3889"/>
                  </a:cubicBezTo>
                  <a:cubicBezTo>
                    <a:pt x="2369" y="4045"/>
                    <a:pt x="2269" y="4258"/>
                    <a:pt x="2224" y="4481"/>
                  </a:cubicBezTo>
                  <a:cubicBezTo>
                    <a:pt x="2179" y="4749"/>
                    <a:pt x="2179" y="4995"/>
                    <a:pt x="2269" y="5230"/>
                  </a:cubicBezTo>
                  <a:cubicBezTo>
                    <a:pt x="2291" y="5263"/>
                    <a:pt x="2313" y="5308"/>
                    <a:pt x="2336" y="5330"/>
                  </a:cubicBezTo>
                  <a:cubicBezTo>
                    <a:pt x="2615" y="5766"/>
                    <a:pt x="2425" y="6381"/>
                    <a:pt x="1922" y="6448"/>
                  </a:cubicBezTo>
                  <a:lnTo>
                    <a:pt x="1900" y="6448"/>
                  </a:lnTo>
                  <a:cubicBezTo>
                    <a:pt x="1804" y="6468"/>
                    <a:pt x="1708" y="6479"/>
                    <a:pt x="1612" y="6479"/>
                  </a:cubicBezTo>
                  <a:cubicBezTo>
                    <a:pt x="1397" y="6479"/>
                    <a:pt x="1185" y="6423"/>
                    <a:pt x="984" y="6291"/>
                  </a:cubicBezTo>
                  <a:cubicBezTo>
                    <a:pt x="649" y="6202"/>
                    <a:pt x="369" y="6001"/>
                    <a:pt x="112" y="5721"/>
                  </a:cubicBezTo>
                  <a:cubicBezTo>
                    <a:pt x="45" y="5855"/>
                    <a:pt x="0" y="5989"/>
                    <a:pt x="0" y="6135"/>
                  </a:cubicBezTo>
                  <a:cubicBezTo>
                    <a:pt x="0" y="6448"/>
                    <a:pt x="168" y="6716"/>
                    <a:pt x="425" y="6872"/>
                  </a:cubicBezTo>
                  <a:cubicBezTo>
                    <a:pt x="246" y="6984"/>
                    <a:pt x="112" y="7174"/>
                    <a:pt x="112" y="7420"/>
                  </a:cubicBezTo>
                  <a:cubicBezTo>
                    <a:pt x="112" y="7777"/>
                    <a:pt x="392" y="8056"/>
                    <a:pt x="749" y="8056"/>
                  </a:cubicBezTo>
                  <a:cubicBezTo>
                    <a:pt x="783" y="8056"/>
                    <a:pt x="838" y="8056"/>
                    <a:pt x="883" y="8045"/>
                  </a:cubicBezTo>
                  <a:cubicBezTo>
                    <a:pt x="928" y="8235"/>
                    <a:pt x="1095" y="8380"/>
                    <a:pt x="1285" y="8380"/>
                  </a:cubicBezTo>
                  <a:cubicBezTo>
                    <a:pt x="1498" y="8380"/>
                    <a:pt x="1654" y="8235"/>
                    <a:pt x="1699" y="8056"/>
                  </a:cubicBezTo>
                  <a:lnTo>
                    <a:pt x="1710" y="8056"/>
                  </a:lnTo>
                  <a:cubicBezTo>
                    <a:pt x="2056" y="8056"/>
                    <a:pt x="2336" y="7777"/>
                    <a:pt x="2336" y="7431"/>
                  </a:cubicBezTo>
                  <a:cubicBezTo>
                    <a:pt x="2336" y="7319"/>
                    <a:pt x="2313" y="7218"/>
                    <a:pt x="2257" y="7118"/>
                  </a:cubicBezTo>
                  <a:cubicBezTo>
                    <a:pt x="2593" y="7062"/>
                    <a:pt x="2838" y="6783"/>
                    <a:pt x="2838" y="6436"/>
                  </a:cubicBezTo>
                  <a:cubicBezTo>
                    <a:pt x="2838" y="6325"/>
                    <a:pt x="2816" y="6224"/>
                    <a:pt x="2771" y="6135"/>
                  </a:cubicBezTo>
                  <a:cubicBezTo>
                    <a:pt x="2794" y="6045"/>
                    <a:pt x="2827" y="5945"/>
                    <a:pt x="2827" y="5855"/>
                  </a:cubicBezTo>
                  <a:cubicBezTo>
                    <a:pt x="2827" y="5688"/>
                    <a:pt x="2771" y="5520"/>
                    <a:pt x="2682" y="5386"/>
                  </a:cubicBezTo>
                  <a:cubicBezTo>
                    <a:pt x="2850" y="5263"/>
                    <a:pt x="2961" y="5084"/>
                    <a:pt x="2995" y="4872"/>
                  </a:cubicBezTo>
                  <a:cubicBezTo>
                    <a:pt x="3241" y="4693"/>
                    <a:pt x="3397" y="4392"/>
                    <a:pt x="3397" y="4079"/>
                  </a:cubicBezTo>
                  <a:cubicBezTo>
                    <a:pt x="3397" y="3922"/>
                    <a:pt x="3352" y="3788"/>
                    <a:pt x="3285" y="3643"/>
                  </a:cubicBezTo>
                  <a:cubicBezTo>
                    <a:pt x="3609" y="3487"/>
                    <a:pt x="3822" y="3152"/>
                    <a:pt x="3822" y="2738"/>
                  </a:cubicBezTo>
                  <a:cubicBezTo>
                    <a:pt x="3822" y="2325"/>
                    <a:pt x="3576" y="1990"/>
                    <a:pt x="3229" y="1844"/>
                  </a:cubicBezTo>
                  <a:cubicBezTo>
                    <a:pt x="3397" y="1632"/>
                    <a:pt x="3498" y="1375"/>
                    <a:pt x="3498" y="1096"/>
                  </a:cubicBezTo>
                  <a:cubicBezTo>
                    <a:pt x="3498" y="571"/>
                    <a:pt x="3129" y="135"/>
                    <a:pt x="2648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86" name="Google Shape;1386;p48"/>
          <p:cNvSpPr/>
          <p:nvPr/>
        </p:nvSpPr>
        <p:spPr>
          <a:xfrm>
            <a:off x="9843041" y="2041207"/>
            <a:ext cx="1845924" cy="972803"/>
          </a:xfrm>
          <a:custGeom>
            <a:avLst/>
            <a:gdLst/>
            <a:ahLst/>
            <a:cxnLst/>
            <a:rect l="l" t="t" r="r" b="b"/>
            <a:pathLst>
              <a:path w="23051" h="12158" extrusionOk="0">
                <a:moveTo>
                  <a:pt x="10481" y="1"/>
                </a:moveTo>
                <a:cubicBezTo>
                  <a:pt x="8090" y="1"/>
                  <a:pt x="6023" y="1386"/>
                  <a:pt x="5028" y="3409"/>
                </a:cubicBezTo>
                <a:cubicBezTo>
                  <a:pt x="4827" y="3375"/>
                  <a:pt x="4615" y="3353"/>
                  <a:pt x="4403" y="3353"/>
                </a:cubicBezTo>
                <a:cubicBezTo>
                  <a:pt x="1978" y="3353"/>
                  <a:pt x="0" y="5319"/>
                  <a:pt x="0" y="7755"/>
                </a:cubicBezTo>
                <a:cubicBezTo>
                  <a:pt x="0" y="10180"/>
                  <a:pt x="1978" y="12157"/>
                  <a:pt x="4403" y="12157"/>
                </a:cubicBezTo>
                <a:lnTo>
                  <a:pt x="17397" y="12157"/>
                </a:lnTo>
                <a:cubicBezTo>
                  <a:pt x="20525" y="12157"/>
                  <a:pt x="23050" y="9621"/>
                  <a:pt x="23050" y="6492"/>
                </a:cubicBezTo>
                <a:cubicBezTo>
                  <a:pt x="23050" y="3364"/>
                  <a:pt x="20525" y="839"/>
                  <a:pt x="17397" y="839"/>
                </a:cubicBezTo>
                <a:cubicBezTo>
                  <a:pt x="16358" y="839"/>
                  <a:pt x="15408" y="1118"/>
                  <a:pt x="14570" y="1599"/>
                </a:cubicBezTo>
                <a:cubicBezTo>
                  <a:pt x="13497" y="604"/>
                  <a:pt x="12056" y="1"/>
                  <a:pt x="104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47"/>
          <p:cNvSpPr txBox="1">
            <a:spLocks noGrp="1"/>
          </p:cNvSpPr>
          <p:nvPr>
            <p:ph type="title" idx="2"/>
          </p:nvPr>
        </p:nvSpPr>
        <p:spPr>
          <a:xfrm>
            <a:off x="6000048" y="599405"/>
            <a:ext cx="3667045" cy="609851"/>
          </a:xfrm>
          <a:prstGeom prst="rect">
            <a:avLst/>
          </a:prstGeom>
        </p:spPr>
        <p:txBody>
          <a:bodyPr spcFirstLastPara="1" wrap="square" lIns="120000" tIns="121900" rIns="120000" bIns="121900" anchor="ctr" anchorCtr="0">
            <a:no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8" name="Google Shape;1228;p47"/>
          <p:cNvSpPr txBox="1">
            <a:spLocks noGrp="1"/>
          </p:cNvSpPr>
          <p:nvPr>
            <p:ph type="subTitle" idx="1"/>
          </p:nvPr>
        </p:nvSpPr>
        <p:spPr>
          <a:xfrm>
            <a:off x="6009274" y="1215421"/>
            <a:ext cx="5081676" cy="4706503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Citizens: Submit complaints, track status, and provide feedback. 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Officers: View, process, and resolve assigned complaints. 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Administrator: Manage users, departments, and overall system operations.</a:t>
            </a:r>
            <a:endParaRPr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1" name="Google Shape;1231;p47"/>
          <p:cNvSpPr/>
          <p:nvPr/>
        </p:nvSpPr>
        <p:spPr>
          <a:xfrm>
            <a:off x="5261812" y="568731"/>
            <a:ext cx="672000" cy="6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161A27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233" name="Google Shape;1233;p47"/>
          <p:cNvGrpSpPr/>
          <p:nvPr/>
        </p:nvGrpSpPr>
        <p:grpSpPr>
          <a:xfrm>
            <a:off x="94745" y="1945404"/>
            <a:ext cx="5380128" cy="4432075"/>
            <a:chOff x="88365" y="8640220"/>
            <a:chExt cx="3103920" cy="2556180"/>
          </a:xfrm>
        </p:grpSpPr>
        <p:sp>
          <p:nvSpPr>
            <p:cNvPr id="1234" name="Google Shape;1234;p47"/>
            <p:cNvSpPr/>
            <p:nvPr/>
          </p:nvSpPr>
          <p:spPr>
            <a:xfrm>
              <a:off x="1765665" y="8640880"/>
              <a:ext cx="716040" cy="985500"/>
            </a:xfrm>
            <a:custGeom>
              <a:avLst/>
              <a:gdLst/>
              <a:ahLst/>
              <a:cxnLst/>
              <a:rect l="l" t="t" r="r" b="b"/>
              <a:pathLst>
                <a:path w="11934" h="16425" extrusionOk="0">
                  <a:moveTo>
                    <a:pt x="7877" y="0"/>
                  </a:moveTo>
                  <a:cubicBezTo>
                    <a:pt x="6738" y="0"/>
                    <a:pt x="5721" y="458"/>
                    <a:pt x="4984" y="1207"/>
                  </a:cubicBezTo>
                  <a:cubicBezTo>
                    <a:pt x="4492" y="794"/>
                    <a:pt x="3855" y="559"/>
                    <a:pt x="3162" y="559"/>
                  </a:cubicBezTo>
                  <a:cubicBezTo>
                    <a:pt x="1565" y="559"/>
                    <a:pt x="246" y="1877"/>
                    <a:pt x="246" y="3475"/>
                  </a:cubicBezTo>
                  <a:cubicBezTo>
                    <a:pt x="246" y="4123"/>
                    <a:pt x="447" y="4704"/>
                    <a:pt x="794" y="5185"/>
                  </a:cubicBezTo>
                  <a:cubicBezTo>
                    <a:pt x="302" y="5632"/>
                    <a:pt x="0" y="6257"/>
                    <a:pt x="0" y="6972"/>
                  </a:cubicBezTo>
                  <a:cubicBezTo>
                    <a:pt x="0" y="7855"/>
                    <a:pt x="470" y="8604"/>
                    <a:pt x="1174" y="9039"/>
                  </a:cubicBezTo>
                  <a:cubicBezTo>
                    <a:pt x="850" y="9509"/>
                    <a:pt x="648" y="10090"/>
                    <a:pt x="648" y="10704"/>
                  </a:cubicBezTo>
                  <a:cubicBezTo>
                    <a:pt x="648" y="12324"/>
                    <a:pt x="1956" y="13620"/>
                    <a:pt x="3576" y="13620"/>
                  </a:cubicBezTo>
                  <a:lnTo>
                    <a:pt x="3710" y="13620"/>
                  </a:lnTo>
                  <a:cubicBezTo>
                    <a:pt x="3699" y="13676"/>
                    <a:pt x="3699" y="13732"/>
                    <a:pt x="3699" y="13799"/>
                  </a:cubicBezTo>
                  <a:lnTo>
                    <a:pt x="3699" y="13833"/>
                  </a:lnTo>
                  <a:lnTo>
                    <a:pt x="3665" y="13833"/>
                  </a:lnTo>
                  <a:cubicBezTo>
                    <a:pt x="3207" y="13833"/>
                    <a:pt x="2849" y="14201"/>
                    <a:pt x="2849" y="14648"/>
                  </a:cubicBezTo>
                  <a:cubicBezTo>
                    <a:pt x="2849" y="15117"/>
                    <a:pt x="3218" y="15475"/>
                    <a:pt x="3665" y="15475"/>
                  </a:cubicBezTo>
                  <a:cubicBezTo>
                    <a:pt x="3889" y="15475"/>
                    <a:pt x="4101" y="15397"/>
                    <a:pt x="4246" y="15252"/>
                  </a:cubicBezTo>
                  <a:cubicBezTo>
                    <a:pt x="4369" y="15419"/>
                    <a:pt x="4559" y="15520"/>
                    <a:pt x="4771" y="15520"/>
                  </a:cubicBezTo>
                  <a:cubicBezTo>
                    <a:pt x="4838" y="15520"/>
                    <a:pt x="4894" y="15509"/>
                    <a:pt x="4950" y="15486"/>
                  </a:cubicBezTo>
                  <a:lnTo>
                    <a:pt x="4950" y="15486"/>
                  </a:lnTo>
                  <a:cubicBezTo>
                    <a:pt x="4816" y="15587"/>
                    <a:pt x="4715" y="15732"/>
                    <a:pt x="4715" y="15911"/>
                  </a:cubicBezTo>
                  <a:cubicBezTo>
                    <a:pt x="4715" y="16201"/>
                    <a:pt x="4950" y="16425"/>
                    <a:pt x="5229" y="16425"/>
                  </a:cubicBezTo>
                  <a:cubicBezTo>
                    <a:pt x="5497" y="16425"/>
                    <a:pt x="5699" y="16235"/>
                    <a:pt x="5732" y="15989"/>
                  </a:cubicBezTo>
                  <a:cubicBezTo>
                    <a:pt x="6101" y="15967"/>
                    <a:pt x="6391" y="15654"/>
                    <a:pt x="6391" y="15296"/>
                  </a:cubicBezTo>
                  <a:cubicBezTo>
                    <a:pt x="6391" y="15129"/>
                    <a:pt x="6335" y="14983"/>
                    <a:pt x="6257" y="14872"/>
                  </a:cubicBezTo>
                  <a:cubicBezTo>
                    <a:pt x="6704" y="14793"/>
                    <a:pt x="7039" y="14414"/>
                    <a:pt x="7062" y="13955"/>
                  </a:cubicBezTo>
                  <a:cubicBezTo>
                    <a:pt x="7944" y="13497"/>
                    <a:pt x="8559" y="12570"/>
                    <a:pt x="8559" y="11509"/>
                  </a:cubicBezTo>
                  <a:cubicBezTo>
                    <a:pt x="8559" y="11375"/>
                    <a:pt x="8548" y="11218"/>
                    <a:pt x="8525" y="11073"/>
                  </a:cubicBezTo>
                  <a:lnTo>
                    <a:pt x="8525" y="11073"/>
                  </a:lnTo>
                  <a:cubicBezTo>
                    <a:pt x="8615" y="11095"/>
                    <a:pt x="8693" y="11106"/>
                    <a:pt x="8782" y="11106"/>
                  </a:cubicBezTo>
                  <a:cubicBezTo>
                    <a:pt x="9900" y="11106"/>
                    <a:pt x="10805" y="10201"/>
                    <a:pt x="10805" y="9084"/>
                  </a:cubicBezTo>
                  <a:cubicBezTo>
                    <a:pt x="10805" y="8648"/>
                    <a:pt x="10682" y="8257"/>
                    <a:pt x="10447" y="7922"/>
                  </a:cubicBezTo>
                  <a:cubicBezTo>
                    <a:pt x="10525" y="7710"/>
                    <a:pt x="10570" y="7475"/>
                    <a:pt x="10570" y="7229"/>
                  </a:cubicBezTo>
                  <a:cubicBezTo>
                    <a:pt x="10570" y="7185"/>
                    <a:pt x="10559" y="7140"/>
                    <a:pt x="10559" y="7118"/>
                  </a:cubicBezTo>
                  <a:cubicBezTo>
                    <a:pt x="11408" y="6369"/>
                    <a:pt x="11933" y="5285"/>
                    <a:pt x="11922" y="4067"/>
                  </a:cubicBezTo>
                  <a:cubicBezTo>
                    <a:pt x="11922" y="1822"/>
                    <a:pt x="10112" y="0"/>
                    <a:pt x="78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1936605" y="8640220"/>
              <a:ext cx="545100" cy="986160"/>
            </a:xfrm>
            <a:custGeom>
              <a:avLst/>
              <a:gdLst/>
              <a:ahLst/>
              <a:cxnLst/>
              <a:rect l="l" t="t" r="r" b="b"/>
              <a:pathLst>
                <a:path w="9085" h="16436" extrusionOk="0">
                  <a:moveTo>
                    <a:pt x="5040" y="0"/>
                  </a:moveTo>
                  <a:cubicBezTo>
                    <a:pt x="3911" y="0"/>
                    <a:pt x="2883" y="458"/>
                    <a:pt x="2146" y="1196"/>
                  </a:cubicBezTo>
                  <a:cubicBezTo>
                    <a:pt x="2679" y="1130"/>
                    <a:pt x="3192" y="1087"/>
                    <a:pt x="3678" y="1087"/>
                  </a:cubicBezTo>
                  <a:cubicBezTo>
                    <a:pt x="5087" y="1087"/>
                    <a:pt x="6261" y="1449"/>
                    <a:pt x="6984" y="2671"/>
                  </a:cubicBezTo>
                  <a:cubicBezTo>
                    <a:pt x="7788" y="4481"/>
                    <a:pt x="6481" y="5833"/>
                    <a:pt x="5062" y="7140"/>
                  </a:cubicBezTo>
                  <a:cubicBezTo>
                    <a:pt x="5844" y="7508"/>
                    <a:pt x="6727" y="8179"/>
                    <a:pt x="6403" y="8961"/>
                  </a:cubicBezTo>
                  <a:cubicBezTo>
                    <a:pt x="6011" y="9553"/>
                    <a:pt x="5570" y="9933"/>
                    <a:pt x="5032" y="9933"/>
                  </a:cubicBezTo>
                  <a:cubicBezTo>
                    <a:pt x="4940" y="9933"/>
                    <a:pt x="4846" y="9922"/>
                    <a:pt x="4749" y="9899"/>
                  </a:cubicBezTo>
                  <a:cubicBezTo>
                    <a:pt x="4671" y="10838"/>
                    <a:pt x="4313" y="11642"/>
                    <a:pt x="3598" y="12291"/>
                  </a:cubicBezTo>
                  <a:cubicBezTo>
                    <a:pt x="2905" y="13068"/>
                    <a:pt x="2132" y="13638"/>
                    <a:pt x="1067" y="13638"/>
                  </a:cubicBezTo>
                  <a:cubicBezTo>
                    <a:pt x="999" y="13638"/>
                    <a:pt x="931" y="13636"/>
                    <a:pt x="861" y="13631"/>
                  </a:cubicBezTo>
                  <a:cubicBezTo>
                    <a:pt x="850" y="13687"/>
                    <a:pt x="850" y="13743"/>
                    <a:pt x="850" y="13810"/>
                  </a:cubicBezTo>
                  <a:lnTo>
                    <a:pt x="850" y="13844"/>
                  </a:lnTo>
                  <a:lnTo>
                    <a:pt x="816" y="13844"/>
                  </a:lnTo>
                  <a:cubicBezTo>
                    <a:pt x="358" y="13844"/>
                    <a:pt x="0" y="14212"/>
                    <a:pt x="0" y="14659"/>
                  </a:cubicBezTo>
                  <a:cubicBezTo>
                    <a:pt x="0" y="15128"/>
                    <a:pt x="369" y="15486"/>
                    <a:pt x="816" y="15486"/>
                  </a:cubicBezTo>
                  <a:cubicBezTo>
                    <a:pt x="1040" y="15486"/>
                    <a:pt x="1252" y="15408"/>
                    <a:pt x="1397" y="15263"/>
                  </a:cubicBezTo>
                  <a:cubicBezTo>
                    <a:pt x="1520" y="15430"/>
                    <a:pt x="1710" y="15531"/>
                    <a:pt x="1922" y="15531"/>
                  </a:cubicBezTo>
                  <a:cubicBezTo>
                    <a:pt x="1989" y="15531"/>
                    <a:pt x="2045" y="15520"/>
                    <a:pt x="2101" y="15497"/>
                  </a:cubicBezTo>
                  <a:lnTo>
                    <a:pt x="2101" y="15497"/>
                  </a:lnTo>
                  <a:cubicBezTo>
                    <a:pt x="1967" y="15598"/>
                    <a:pt x="1866" y="15743"/>
                    <a:pt x="1866" y="15922"/>
                  </a:cubicBezTo>
                  <a:cubicBezTo>
                    <a:pt x="1866" y="16212"/>
                    <a:pt x="2101" y="16436"/>
                    <a:pt x="2380" y="16436"/>
                  </a:cubicBezTo>
                  <a:cubicBezTo>
                    <a:pt x="2648" y="16436"/>
                    <a:pt x="2850" y="16246"/>
                    <a:pt x="2883" y="16000"/>
                  </a:cubicBezTo>
                  <a:cubicBezTo>
                    <a:pt x="3252" y="15978"/>
                    <a:pt x="3542" y="15665"/>
                    <a:pt x="3542" y="15307"/>
                  </a:cubicBezTo>
                  <a:cubicBezTo>
                    <a:pt x="3542" y="15140"/>
                    <a:pt x="3486" y="14994"/>
                    <a:pt x="3408" y="14883"/>
                  </a:cubicBezTo>
                  <a:cubicBezTo>
                    <a:pt x="3855" y="14804"/>
                    <a:pt x="4190" y="14425"/>
                    <a:pt x="4213" y="13966"/>
                  </a:cubicBezTo>
                  <a:cubicBezTo>
                    <a:pt x="5095" y="13508"/>
                    <a:pt x="5710" y="12581"/>
                    <a:pt x="5710" y="11520"/>
                  </a:cubicBezTo>
                  <a:cubicBezTo>
                    <a:pt x="5710" y="11386"/>
                    <a:pt x="5699" y="11229"/>
                    <a:pt x="5676" y="11084"/>
                  </a:cubicBezTo>
                  <a:lnTo>
                    <a:pt x="5676" y="11084"/>
                  </a:lnTo>
                  <a:cubicBezTo>
                    <a:pt x="5766" y="11106"/>
                    <a:pt x="5844" y="11117"/>
                    <a:pt x="5933" y="11117"/>
                  </a:cubicBezTo>
                  <a:cubicBezTo>
                    <a:pt x="7051" y="11117"/>
                    <a:pt x="7956" y="10212"/>
                    <a:pt x="7956" y="9095"/>
                  </a:cubicBezTo>
                  <a:cubicBezTo>
                    <a:pt x="7956" y="8659"/>
                    <a:pt x="7833" y="8268"/>
                    <a:pt x="7598" y="7933"/>
                  </a:cubicBezTo>
                  <a:cubicBezTo>
                    <a:pt x="7676" y="7721"/>
                    <a:pt x="7721" y="7486"/>
                    <a:pt x="7721" y="7240"/>
                  </a:cubicBezTo>
                  <a:cubicBezTo>
                    <a:pt x="7721" y="7196"/>
                    <a:pt x="7710" y="7151"/>
                    <a:pt x="7710" y="7129"/>
                  </a:cubicBezTo>
                  <a:cubicBezTo>
                    <a:pt x="8559" y="6380"/>
                    <a:pt x="9084" y="5296"/>
                    <a:pt x="9084" y="4067"/>
                  </a:cubicBezTo>
                  <a:cubicBezTo>
                    <a:pt x="9084" y="1810"/>
                    <a:pt x="7274" y="0"/>
                    <a:pt x="5040" y="0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325665" y="10021840"/>
              <a:ext cx="2580360" cy="261540"/>
            </a:xfrm>
            <a:custGeom>
              <a:avLst/>
              <a:gdLst/>
              <a:ahLst/>
              <a:cxnLst/>
              <a:rect l="l" t="t" r="r" b="b"/>
              <a:pathLst>
                <a:path w="43006" h="4359" extrusionOk="0">
                  <a:moveTo>
                    <a:pt x="1107" y="1"/>
                  </a:moveTo>
                  <a:lnTo>
                    <a:pt x="1107" y="23"/>
                  </a:lnTo>
                  <a:lnTo>
                    <a:pt x="548" y="23"/>
                  </a:lnTo>
                  <a:cubicBezTo>
                    <a:pt x="235" y="23"/>
                    <a:pt x="1" y="258"/>
                    <a:pt x="1" y="559"/>
                  </a:cubicBezTo>
                  <a:lnTo>
                    <a:pt x="1" y="783"/>
                  </a:lnTo>
                  <a:lnTo>
                    <a:pt x="1" y="4224"/>
                  </a:lnTo>
                  <a:lnTo>
                    <a:pt x="1107" y="4224"/>
                  </a:lnTo>
                  <a:lnTo>
                    <a:pt x="1107" y="1062"/>
                  </a:lnTo>
                  <a:cubicBezTo>
                    <a:pt x="1107" y="917"/>
                    <a:pt x="1230" y="783"/>
                    <a:pt x="1386" y="783"/>
                  </a:cubicBezTo>
                  <a:lnTo>
                    <a:pt x="41576" y="783"/>
                  </a:lnTo>
                  <a:cubicBezTo>
                    <a:pt x="41799" y="783"/>
                    <a:pt x="41989" y="973"/>
                    <a:pt x="41989" y="1196"/>
                  </a:cubicBezTo>
                  <a:lnTo>
                    <a:pt x="41989" y="4358"/>
                  </a:lnTo>
                  <a:lnTo>
                    <a:pt x="43006" y="4358"/>
                  </a:lnTo>
                  <a:lnTo>
                    <a:pt x="43006" y="783"/>
                  </a:lnTo>
                  <a:lnTo>
                    <a:pt x="43006" y="638"/>
                  </a:lnTo>
                  <a:lnTo>
                    <a:pt x="43006" y="582"/>
                  </a:lnTo>
                  <a:cubicBezTo>
                    <a:pt x="43006" y="269"/>
                    <a:pt x="42749" y="1"/>
                    <a:pt x="424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2020425" y="9704740"/>
              <a:ext cx="155580" cy="612120"/>
            </a:xfrm>
            <a:custGeom>
              <a:avLst/>
              <a:gdLst/>
              <a:ahLst/>
              <a:cxnLst/>
              <a:rect l="l" t="t" r="r" b="b"/>
              <a:pathLst>
                <a:path w="2593" h="10202" extrusionOk="0">
                  <a:moveTo>
                    <a:pt x="257" y="1"/>
                  </a:moveTo>
                  <a:lnTo>
                    <a:pt x="246" y="582"/>
                  </a:lnTo>
                  <a:lnTo>
                    <a:pt x="0" y="10202"/>
                  </a:lnTo>
                  <a:lnTo>
                    <a:pt x="2592" y="10202"/>
                  </a:lnTo>
                  <a:lnTo>
                    <a:pt x="2358" y="1141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2035125" y="9704740"/>
              <a:ext cx="126780" cy="68460"/>
            </a:xfrm>
            <a:custGeom>
              <a:avLst/>
              <a:gdLst/>
              <a:ahLst/>
              <a:cxnLst/>
              <a:rect l="l" t="t" r="r" b="b"/>
              <a:pathLst>
                <a:path w="2113" h="1141" extrusionOk="0">
                  <a:moveTo>
                    <a:pt x="12" y="1"/>
                  </a:moveTo>
                  <a:lnTo>
                    <a:pt x="1" y="582"/>
                  </a:lnTo>
                  <a:lnTo>
                    <a:pt x="2113" y="1141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1994265" y="9686020"/>
              <a:ext cx="208560" cy="47640"/>
            </a:xfrm>
            <a:custGeom>
              <a:avLst/>
              <a:gdLst/>
              <a:ahLst/>
              <a:cxnLst/>
              <a:rect l="l" t="t" r="r" b="b"/>
              <a:pathLst>
                <a:path w="3476" h="794" extrusionOk="0">
                  <a:moveTo>
                    <a:pt x="403" y="0"/>
                  </a:moveTo>
                  <a:cubicBezTo>
                    <a:pt x="179" y="0"/>
                    <a:pt x="0" y="179"/>
                    <a:pt x="0" y="391"/>
                  </a:cubicBezTo>
                  <a:lnTo>
                    <a:pt x="0" y="402"/>
                  </a:lnTo>
                  <a:cubicBezTo>
                    <a:pt x="0" y="626"/>
                    <a:pt x="179" y="793"/>
                    <a:pt x="403" y="793"/>
                  </a:cubicBezTo>
                  <a:lnTo>
                    <a:pt x="3073" y="793"/>
                  </a:lnTo>
                  <a:cubicBezTo>
                    <a:pt x="3296" y="793"/>
                    <a:pt x="3475" y="615"/>
                    <a:pt x="3475" y="402"/>
                  </a:cubicBezTo>
                  <a:lnTo>
                    <a:pt x="3475" y="391"/>
                  </a:lnTo>
                  <a:cubicBezTo>
                    <a:pt x="3475" y="168"/>
                    <a:pt x="3296" y="0"/>
                    <a:pt x="30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617265" y="9835480"/>
              <a:ext cx="1906680" cy="1314000"/>
            </a:xfrm>
            <a:custGeom>
              <a:avLst/>
              <a:gdLst/>
              <a:ahLst/>
              <a:cxnLst/>
              <a:rect l="l" t="t" r="r" b="b"/>
              <a:pathLst>
                <a:path w="31778" h="21900" extrusionOk="0">
                  <a:moveTo>
                    <a:pt x="1" y="1"/>
                  </a:moveTo>
                  <a:lnTo>
                    <a:pt x="1" y="21900"/>
                  </a:lnTo>
                  <a:lnTo>
                    <a:pt x="31777" y="21900"/>
                  </a:lnTo>
                  <a:lnTo>
                    <a:pt x="31732" y="114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1076505" y="10388560"/>
              <a:ext cx="459960" cy="760920"/>
            </a:xfrm>
            <a:custGeom>
              <a:avLst/>
              <a:gdLst/>
              <a:ahLst/>
              <a:cxnLst/>
              <a:rect l="l" t="t" r="r" b="b"/>
              <a:pathLst>
                <a:path w="7666" h="12682" extrusionOk="0">
                  <a:moveTo>
                    <a:pt x="1" y="0"/>
                  </a:moveTo>
                  <a:lnTo>
                    <a:pt x="1" y="12682"/>
                  </a:lnTo>
                  <a:lnTo>
                    <a:pt x="7665" y="12682"/>
                  </a:lnTo>
                  <a:lnTo>
                    <a:pt x="7665" y="50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1203225" y="10852480"/>
              <a:ext cx="167640" cy="295680"/>
            </a:xfrm>
            <a:custGeom>
              <a:avLst/>
              <a:gdLst/>
              <a:ahLst/>
              <a:cxnLst/>
              <a:rect l="l" t="t" r="r" b="b"/>
              <a:pathLst>
                <a:path w="2794" h="4928" extrusionOk="0">
                  <a:moveTo>
                    <a:pt x="0" y="0"/>
                  </a:moveTo>
                  <a:lnTo>
                    <a:pt x="0" y="4927"/>
                  </a:lnTo>
                  <a:lnTo>
                    <a:pt x="2793" y="4927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1175745" y="10822960"/>
              <a:ext cx="219240" cy="36960"/>
            </a:xfrm>
            <a:custGeom>
              <a:avLst/>
              <a:gdLst/>
              <a:ahLst/>
              <a:cxnLst/>
              <a:rect l="l" t="t" r="r" b="b"/>
              <a:pathLst>
                <a:path w="3654" h="616" extrusionOk="0">
                  <a:moveTo>
                    <a:pt x="0" y="1"/>
                  </a:moveTo>
                  <a:lnTo>
                    <a:pt x="0" y="615"/>
                  </a:lnTo>
                  <a:lnTo>
                    <a:pt x="3654" y="615"/>
                  </a:lnTo>
                  <a:lnTo>
                    <a:pt x="36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1137525" y="10554160"/>
              <a:ext cx="118680" cy="27540"/>
            </a:xfrm>
            <a:custGeom>
              <a:avLst/>
              <a:gdLst/>
              <a:ahLst/>
              <a:cxnLst/>
              <a:rect l="l" t="t" r="r" b="b"/>
              <a:pathLst>
                <a:path w="1978" h="459" extrusionOk="0">
                  <a:moveTo>
                    <a:pt x="0" y="0"/>
                  </a:moveTo>
                  <a:lnTo>
                    <a:pt x="0" y="458"/>
                  </a:lnTo>
                  <a:lnTo>
                    <a:pt x="1978" y="458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1143525" y="10558180"/>
              <a:ext cx="106680" cy="18840"/>
            </a:xfrm>
            <a:custGeom>
              <a:avLst/>
              <a:gdLst/>
              <a:ahLst/>
              <a:cxnLst/>
              <a:rect l="l" t="t" r="r" b="b"/>
              <a:pathLst>
                <a:path w="1778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777" y="313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1137525" y="10607800"/>
              <a:ext cx="118680" cy="27540"/>
            </a:xfrm>
            <a:custGeom>
              <a:avLst/>
              <a:gdLst/>
              <a:ahLst/>
              <a:cxnLst/>
              <a:rect l="l" t="t" r="r" b="b"/>
              <a:pathLst>
                <a:path w="1978" h="459" extrusionOk="0">
                  <a:moveTo>
                    <a:pt x="0" y="0"/>
                  </a:moveTo>
                  <a:lnTo>
                    <a:pt x="0" y="458"/>
                  </a:lnTo>
                  <a:lnTo>
                    <a:pt x="1978" y="458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1143525" y="10611820"/>
              <a:ext cx="106680" cy="18780"/>
            </a:xfrm>
            <a:custGeom>
              <a:avLst/>
              <a:gdLst/>
              <a:ahLst/>
              <a:cxnLst/>
              <a:rect l="l" t="t" r="r" b="b"/>
              <a:pathLst>
                <a:path w="1778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777" y="313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1137525" y="10661380"/>
              <a:ext cx="118680" cy="27540"/>
            </a:xfrm>
            <a:custGeom>
              <a:avLst/>
              <a:gdLst/>
              <a:ahLst/>
              <a:cxnLst/>
              <a:rect l="l" t="t" r="r" b="b"/>
              <a:pathLst>
                <a:path w="1978" h="459" extrusionOk="0">
                  <a:moveTo>
                    <a:pt x="0" y="1"/>
                  </a:moveTo>
                  <a:lnTo>
                    <a:pt x="0" y="459"/>
                  </a:lnTo>
                  <a:lnTo>
                    <a:pt x="1978" y="459"/>
                  </a:lnTo>
                  <a:lnTo>
                    <a:pt x="19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1143525" y="10665400"/>
              <a:ext cx="106680" cy="18840"/>
            </a:xfrm>
            <a:custGeom>
              <a:avLst/>
              <a:gdLst/>
              <a:ahLst/>
              <a:cxnLst/>
              <a:rect l="l" t="t" r="r" b="b"/>
              <a:pathLst>
                <a:path w="1778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777" y="314"/>
                  </a:lnTo>
                  <a:lnTo>
                    <a:pt x="17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1076505" y="10322200"/>
              <a:ext cx="459960" cy="381480"/>
            </a:xfrm>
            <a:custGeom>
              <a:avLst/>
              <a:gdLst/>
              <a:ahLst/>
              <a:cxnLst/>
              <a:rect l="l" t="t" r="r" b="b"/>
              <a:pathLst>
                <a:path w="7666" h="6358" extrusionOk="0">
                  <a:moveTo>
                    <a:pt x="1" y="0"/>
                  </a:moveTo>
                  <a:lnTo>
                    <a:pt x="1" y="1252"/>
                  </a:lnTo>
                  <a:lnTo>
                    <a:pt x="7665" y="6358"/>
                  </a:lnTo>
                  <a:lnTo>
                    <a:pt x="7665" y="5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1536405" y="10388560"/>
              <a:ext cx="459240" cy="760920"/>
            </a:xfrm>
            <a:custGeom>
              <a:avLst/>
              <a:gdLst/>
              <a:ahLst/>
              <a:cxnLst/>
              <a:rect l="l" t="t" r="r" b="b"/>
              <a:pathLst>
                <a:path w="7654" h="12682" extrusionOk="0">
                  <a:moveTo>
                    <a:pt x="0" y="0"/>
                  </a:moveTo>
                  <a:lnTo>
                    <a:pt x="0" y="12682"/>
                  </a:lnTo>
                  <a:lnTo>
                    <a:pt x="7654" y="12682"/>
                  </a:lnTo>
                  <a:lnTo>
                    <a:pt x="7654" y="5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47"/>
            <p:cNvSpPr/>
            <p:nvPr/>
          </p:nvSpPr>
          <p:spPr>
            <a:xfrm>
              <a:off x="1536405" y="10322200"/>
              <a:ext cx="459240" cy="381480"/>
            </a:xfrm>
            <a:custGeom>
              <a:avLst/>
              <a:gdLst/>
              <a:ahLst/>
              <a:cxnLst/>
              <a:rect l="l" t="t" r="r" b="b"/>
              <a:pathLst>
                <a:path w="7654" h="6358" extrusionOk="0">
                  <a:moveTo>
                    <a:pt x="0" y="0"/>
                  </a:moveTo>
                  <a:lnTo>
                    <a:pt x="0" y="1252"/>
                  </a:lnTo>
                  <a:lnTo>
                    <a:pt x="7654" y="6358"/>
                  </a:lnTo>
                  <a:lnTo>
                    <a:pt x="7654" y="5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7"/>
            <p:cNvSpPr/>
            <p:nvPr/>
          </p:nvSpPr>
          <p:spPr>
            <a:xfrm>
              <a:off x="617265" y="10388560"/>
              <a:ext cx="459300" cy="760920"/>
            </a:xfrm>
            <a:custGeom>
              <a:avLst/>
              <a:gdLst/>
              <a:ahLst/>
              <a:cxnLst/>
              <a:rect l="l" t="t" r="r" b="b"/>
              <a:pathLst>
                <a:path w="7655" h="12682" extrusionOk="0">
                  <a:moveTo>
                    <a:pt x="1" y="0"/>
                  </a:moveTo>
                  <a:lnTo>
                    <a:pt x="1" y="12682"/>
                  </a:lnTo>
                  <a:lnTo>
                    <a:pt x="7655" y="12682"/>
                  </a:lnTo>
                  <a:lnTo>
                    <a:pt x="7655" y="50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617265" y="10322200"/>
              <a:ext cx="459300" cy="381480"/>
            </a:xfrm>
            <a:custGeom>
              <a:avLst/>
              <a:gdLst/>
              <a:ahLst/>
              <a:cxnLst/>
              <a:rect l="l" t="t" r="r" b="b"/>
              <a:pathLst>
                <a:path w="7655" h="6358" extrusionOk="0">
                  <a:moveTo>
                    <a:pt x="1" y="0"/>
                  </a:moveTo>
                  <a:lnTo>
                    <a:pt x="1" y="1252"/>
                  </a:lnTo>
                  <a:lnTo>
                    <a:pt x="7655" y="6358"/>
                  </a:lnTo>
                  <a:lnTo>
                    <a:pt x="7655" y="5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668925" y="10744540"/>
              <a:ext cx="355380" cy="276240"/>
            </a:xfrm>
            <a:custGeom>
              <a:avLst/>
              <a:gdLst/>
              <a:ahLst/>
              <a:cxnLst/>
              <a:rect l="l" t="t" r="r" b="b"/>
              <a:pathLst>
                <a:path w="5923" h="4604" extrusionOk="0">
                  <a:moveTo>
                    <a:pt x="0" y="0"/>
                  </a:moveTo>
                  <a:lnTo>
                    <a:pt x="0" y="4604"/>
                  </a:lnTo>
                  <a:lnTo>
                    <a:pt x="5922" y="4604"/>
                  </a:lnTo>
                  <a:lnTo>
                    <a:pt x="59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679665" y="10754560"/>
              <a:ext cx="335220" cy="256140"/>
            </a:xfrm>
            <a:custGeom>
              <a:avLst/>
              <a:gdLst/>
              <a:ahLst/>
              <a:cxnLst/>
              <a:rect l="l" t="t" r="r" b="b"/>
              <a:pathLst>
                <a:path w="5587" h="4269" extrusionOk="0">
                  <a:moveTo>
                    <a:pt x="0" y="1"/>
                  </a:moveTo>
                  <a:lnTo>
                    <a:pt x="0" y="4269"/>
                  </a:lnTo>
                  <a:lnTo>
                    <a:pt x="5587" y="4269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47"/>
            <p:cNvSpPr/>
            <p:nvPr/>
          </p:nvSpPr>
          <p:spPr>
            <a:xfrm>
              <a:off x="679665" y="10754560"/>
              <a:ext cx="335880" cy="256140"/>
            </a:xfrm>
            <a:custGeom>
              <a:avLst/>
              <a:gdLst/>
              <a:ahLst/>
              <a:cxnLst/>
              <a:rect l="l" t="t" r="r" b="b"/>
              <a:pathLst>
                <a:path w="5598" h="4269" extrusionOk="0">
                  <a:moveTo>
                    <a:pt x="749" y="1"/>
                  </a:moveTo>
                  <a:lnTo>
                    <a:pt x="749" y="1979"/>
                  </a:lnTo>
                  <a:lnTo>
                    <a:pt x="0" y="1979"/>
                  </a:lnTo>
                  <a:lnTo>
                    <a:pt x="0" y="2224"/>
                  </a:lnTo>
                  <a:lnTo>
                    <a:pt x="749" y="2224"/>
                  </a:lnTo>
                  <a:lnTo>
                    <a:pt x="749" y="4269"/>
                  </a:lnTo>
                  <a:lnTo>
                    <a:pt x="961" y="4269"/>
                  </a:lnTo>
                  <a:lnTo>
                    <a:pt x="961" y="2224"/>
                  </a:lnTo>
                  <a:lnTo>
                    <a:pt x="2693" y="2224"/>
                  </a:lnTo>
                  <a:lnTo>
                    <a:pt x="2693" y="4269"/>
                  </a:lnTo>
                  <a:lnTo>
                    <a:pt x="2905" y="4269"/>
                  </a:lnTo>
                  <a:lnTo>
                    <a:pt x="2905" y="2224"/>
                  </a:lnTo>
                  <a:lnTo>
                    <a:pt x="4637" y="2224"/>
                  </a:lnTo>
                  <a:lnTo>
                    <a:pt x="4637" y="4269"/>
                  </a:lnTo>
                  <a:lnTo>
                    <a:pt x="4838" y="4269"/>
                  </a:lnTo>
                  <a:lnTo>
                    <a:pt x="4838" y="2224"/>
                  </a:lnTo>
                  <a:lnTo>
                    <a:pt x="5598" y="2224"/>
                  </a:lnTo>
                  <a:lnTo>
                    <a:pt x="5598" y="1979"/>
                  </a:lnTo>
                  <a:lnTo>
                    <a:pt x="4838" y="1979"/>
                  </a:lnTo>
                  <a:lnTo>
                    <a:pt x="4838" y="1"/>
                  </a:lnTo>
                  <a:lnTo>
                    <a:pt x="4637" y="1"/>
                  </a:lnTo>
                  <a:lnTo>
                    <a:pt x="4637" y="1979"/>
                  </a:lnTo>
                  <a:lnTo>
                    <a:pt x="2905" y="1979"/>
                  </a:lnTo>
                  <a:lnTo>
                    <a:pt x="2905" y="1"/>
                  </a:lnTo>
                  <a:lnTo>
                    <a:pt x="2693" y="1"/>
                  </a:lnTo>
                  <a:lnTo>
                    <a:pt x="2693" y="1979"/>
                  </a:lnTo>
                  <a:lnTo>
                    <a:pt x="961" y="1979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47"/>
            <p:cNvSpPr/>
            <p:nvPr/>
          </p:nvSpPr>
          <p:spPr>
            <a:xfrm>
              <a:off x="679665" y="10754560"/>
              <a:ext cx="252120" cy="252120"/>
            </a:xfrm>
            <a:custGeom>
              <a:avLst/>
              <a:gdLst/>
              <a:ahLst/>
              <a:cxnLst/>
              <a:rect l="l" t="t" r="r" b="b"/>
              <a:pathLst>
                <a:path w="4202" h="4202" extrusionOk="0">
                  <a:moveTo>
                    <a:pt x="2737" y="1"/>
                  </a:moveTo>
                  <a:lnTo>
                    <a:pt x="0" y="2738"/>
                  </a:lnTo>
                  <a:lnTo>
                    <a:pt x="0" y="4202"/>
                  </a:lnTo>
                  <a:lnTo>
                    <a:pt x="2212" y="1979"/>
                  </a:lnTo>
                  <a:lnTo>
                    <a:pt x="4201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744645" y="10754560"/>
              <a:ext cx="270900" cy="256140"/>
            </a:xfrm>
            <a:custGeom>
              <a:avLst/>
              <a:gdLst/>
              <a:ahLst/>
              <a:cxnLst/>
              <a:rect l="l" t="t" r="r" b="b"/>
              <a:pathLst>
                <a:path w="4515" h="4269" extrusionOk="0">
                  <a:moveTo>
                    <a:pt x="4280" y="1"/>
                  </a:moveTo>
                  <a:lnTo>
                    <a:pt x="1" y="4269"/>
                  </a:lnTo>
                  <a:lnTo>
                    <a:pt x="660" y="4269"/>
                  </a:lnTo>
                  <a:lnTo>
                    <a:pt x="4515" y="414"/>
                  </a:lnTo>
                  <a:lnTo>
                    <a:pt x="4515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47"/>
            <p:cNvSpPr/>
            <p:nvPr/>
          </p:nvSpPr>
          <p:spPr>
            <a:xfrm>
              <a:off x="1588665" y="10744540"/>
              <a:ext cx="355380" cy="276240"/>
            </a:xfrm>
            <a:custGeom>
              <a:avLst/>
              <a:gdLst/>
              <a:ahLst/>
              <a:cxnLst/>
              <a:rect l="l" t="t" r="r" b="b"/>
              <a:pathLst>
                <a:path w="5923" h="4604" extrusionOk="0">
                  <a:moveTo>
                    <a:pt x="1" y="0"/>
                  </a:moveTo>
                  <a:lnTo>
                    <a:pt x="1" y="4604"/>
                  </a:lnTo>
                  <a:lnTo>
                    <a:pt x="5922" y="4604"/>
                  </a:lnTo>
                  <a:lnTo>
                    <a:pt x="59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47"/>
            <p:cNvSpPr/>
            <p:nvPr/>
          </p:nvSpPr>
          <p:spPr>
            <a:xfrm>
              <a:off x="1598745" y="10754560"/>
              <a:ext cx="335220" cy="256140"/>
            </a:xfrm>
            <a:custGeom>
              <a:avLst/>
              <a:gdLst/>
              <a:ahLst/>
              <a:cxnLst/>
              <a:rect l="l" t="t" r="r" b="b"/>
              <a:pathLst>
                <a:path w="5587" h="4269" extrusionOk="0">
                  <a:moveTo>
                    <a:pt x="0" y="1"/>
                  </a:moveTo>
                  <a:lnTo>
                    <a:pt x="0" y="4269"/>
                  </a:lnTo>
                  <a:lnTo>
                    <a:pt x="5587" y="4269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47"/>
            <p:cNvSpPr/>
            <p:nvPr/>
          </p:nvSpPr>
          <p:spPr>
            <a:xfrm>
              <a:off x="1598085" y="10754560"/>
              <a:ext cx="335880" cy="256140"/>
            </a:xfrm>
            <a:custGeom>
              <a:avLst/>
              <a:gdLst/>
              <a:ahLst/>
              <a:cxnLst/>
              <a:rect l="l" t="t" r="r" b="b"/>
              <a:pathLst>
                <a:path w="5598" h="4269" extrusionOk="0">
                  <a:moveTo>
                    <a:pt x="749" y="1"/>
                  </a:moveTo>
                  <a:lnTo>
                    <a:pt x="749" y="1979"/>
                  </a:lnTo>
                  <a:lnTo>
                    <a:pt x="0" y="1979"/>
                  </a:lnTo>
                  <a:lnTo>
                    <a:pt x="0" y="2224"/>
                  </a:lnTo>
                  <a:lnTo>
                    <a:pt x="749" y="2224"/>
                  </a:lnTo>
                  <a:lnTo>
                    <a:pt x="749" y="4269"/>
                  </a:lnTo>
                  <a:lnTo>
                    <a:pt x="961" y="4269"/>
                  </a:lnTo>
                  <a:lnTo>
                    <a:pt x="961" y="2224"/>
                  </a:lnTo>
                  <a:lnTo>
                    <a:pt x="2693" y="2224"/>
                  </a:lnTo>
                  <a:lnTo>
                    <a:pt x="2693" y="4269"/>
                  </a:lnTo>
                  <a:lnTo>
                    <a:pt x="2905" y="4269"/>
                  </a:lnTo>
                  <a:lnTo>
                    <a:pt x="2905" y="2224"/>
                  </a:lnTo>
                  <a:lnTo>
                    <a:pt x="4626" y="2224"/>
                  </a:lnTo>
                  <a:lnTo>
                    <a:pt x="4626" y="4269"/>
                  </a:lnTo>
                  <a:lnTo>
                    <a:pt x="4838" y="4269"/>
                  </a:lnTo>
                  <a:lnTo>
                    <a:pt x="4838" y="2224"/>
                  </a:lnTo>
                  <a:lnTo>
                    <a:pt x="5598" y="2224"/>
                  </a:lnTo>
                  <a:lnTo>
                    <a:pt x="5598" y="1979"/>
                  </a:lnTo>
                  <a:lnTo>
                    <a:pt x="4838" y="1979"/>
                  </a:lnTo>
                  <a:lnTo>
                    <a:pt x="4838" y="1"/>
                  </a:lnTo>
                  <a:lnTo>
                    <a:pt x="4626" y="1"/>
                  </a:lnTo>
                  <a:lnTo>
                    <a:pt x="4626" y="1979"/>
                  </a:lnTo>
                  <a:lnTo>
                    <a:pt x="2905" y="1979"/>
                  </a:lnTo>
                  <a:lnTo>
                    <a:pt x="2905" y="1"/>
                  </a:lnTo>
                  <a:lnTo>
                    <a:pt x="2693" y="1"/>
                  </a:lnTo>
                  <a:lnTo>
                    <a:pt x="2693" y="1979"/>
                  </a:lnTo>
                  <a:lnTo>
                    <a:pt x="961" y="1979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47"/>
            <p:cNvSpPr/>
            <p:nvPr/>
          </p:nvSpPr>
          <p:spPr>
            <a:xfrm>
              <a:off x="1598085" y="10754560"/>
              <a:ext cx="252120" cy="252120"/>
            </a:xfrm>
            <a:custGeom>
              <a:avLst/>
              <a:gdLst/>
              <a:ahLst/>
              <a:cxnLst/>
              <a:rect l="l" t="t" r="r" b="b"/>
              <a:pathLst>
                <a:path w="4202" h="4202" extrusionOk="0">
                  <a:moveTo>
                    <a:pt x="2738" y="1"/>
                  </a:moveTo>
                  <a:lnTo>
                    <a:pt x="0" y="2738"/>
                  </a:lnTo>
                  <a:lnTo>
                    <a:pt x="0" y="4202"/>
                  </a:lnTo>
                  <a:cubicBezTo>
                    <a:pt x="637" y="3565"/>
                    <a:pt x="1587" y="2627"/>
                    <a:pt x="2212" y="1979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47"/>
            <p:cNvSpPr/>
            <p:nvPr/>
          </p:nvSpPr>
          <p:spPr>
            <a:xfrm>
              <a:off x="1663065" y="10754560"/>
              <a:ext cx="270900" cy="256140"/>
            </a:xfrm>
            <a:custGeom>
              <a:avLst/>
              <a:gdLst/>
              <a:ahLst/>
              <a:cxnLst/>
              <a:rect l="l" t="t" r="r" b="b"/>
              <a:pathLst>
                <a:path w="4515" h="4269" extrusionOk="0">
                  <a:moveTo>
                    <a:pt x="4280" y="1"/>
                  </a:moveTo>
                  <a:lnTo>
                    <a:pt x="1" y="4269"/>
                  </a:lnTo>
                  <a:lnTo>
                    <a:pt x="660" y="4269"/>
                  </a:lnTo>
                  <a:lnTo>
                    <a:pt x="4515" y="414"/>
                  </a:lnTo>
                  <a:lnTo>
                    <a:pt x="4515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47"/>
            <p:cNvSpPr/>
            <p:nvPr/>
          </p:nvSpPr>
          <p:spPr>
            <a:xfrm>
              <a:off x="2098185" y="10744540"/>
              <a:ext cx="355320" cy="276240"/>
            </a:xfrm>
            <a:custGeom>
              <a:avLst/>
              <a:gdLst/>
              <a:ahLst/>
              <a:cxnLst/>
              <a:rect l="l" t="t" r="r" b="b"/>
              <a:pathLst>
                <a:path w="5922" h="4604" extrusionOk="0">
                  <a:moveTo>
                    <a:pt x="0" y="0"/>
                  </a:moveTo>
                  <a:lnTo>
                    <a:pt x="0" y="4604"/>
                  </a:lnTo>
                  <a:lnTo>
                    <a:pt x="5922" y="4604"/>
                  </a:lnTo>
                  <a:lnTo>
                    <a:pt x="59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47"/>
            <p:cNvSpPr/>
            <p:nvPr/>
          </p:nvSpPr>
          <p:spPr>
            <a:xfrm>
              <a:off x="2108205" y="10754560"/>
              <a:ext cx="335280" cy="256140"/>
            </a:xfrm>
            <a:custGeom>
              <a:avLst/>
              <a:gdLst/>
              <a:ahLst/>
              <a:cxnLst/>
              <a:rect l="l" t="t" r="r" b="b"/>
              <a:pathLst>
                <a:path w="5588" h="4269" extrusionOk="0">
                  <a:moveTo>
                    <a:pt x="1" y="1"/>
                  </a:moveTo>
                  <a:lnTo>
                    <a:pt x="1" y="4269"/>
                  </a:lnTo>
                  <a:lnTo>
                    <a:pt x="5587" y="4269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47"/>
            <p:cNvSpPr/>
            <p:nvPr/>
          </p:nvSpPr>
          <p:spPr>
            <a:xfrm>
              <a:off x="2108205" y="10754560"/>
              <a:ext cx="335940" cy="256140"/>
            </a:xfrm>
            <a:custGeom>
              <a:avLst/>
              <a:gdLst/>
              <a:ahLst/>
              <a:cxnLst/>
              <a:rect l="l" t="t" r="r" b="b"/>
              <a:pathLst>
                <a:path w="5599" h="4269" extrusionOk="0">
                  <a:moveTo>
                    <a:pt x="749" y="1"/>
                  </a:moveTo>
                  <a:lnTo>
                    <a:pt x="749" y="1979"/>
                  </a:lnTo>
                  <a:lnTo>
                    <a:pt x="1" y="1979"/>
                  </a:lnTo>
                  <a:lnTo>
                    <a:pt x="1" y="2224"/>
                  </a:lnTo>
                  <a:lnTo>
                    <a:pt x="749" y="2224"/>
                  </a:lnTo>
                  <a:lnTo>
                    <a:pt x="749" y="4269"/>
                  </a:lnTo>
                  <a:lnTo>
                    <a:pt x="962" y="4269"/>
                  </a:lnTo>
                  <a:lnTo>
                    <a:pt x="962" y="2224"/>
                  </a:lnTo>
                  <a:lnTo>
                    <a:pt x="2693" y="2224"/>
                  </a:lnTo>
                  <a:lnTo>
                    <a:pt x="2693" y="4269"/>
                  </a:lnTo>
                  <a:lnTo>
                    <a:pt x="2906" y="4269"/>
                  </a:lnTo>
                  <a:lnTo>
                    <a:pt x="2906" y="2224"/>
                  </a:lnTo>
                  <a:lnTo>
                    <a:pt x="4638" y="2224"/>
                  </a:lnTo>
                  <a:lnTo>
                    <a:pt x="4638" y="4269"/>
                  </a:lnTo>
                  <a:lnTo>
                    <a:pt x="4850" y="4269"/>
                  </a:lnTo>
                  <a:lnTo>
                    <a:pt x="4850" y="2224"/>
                  </a:lnTo>
                  <a:lnTo>
                    <a:pt x="5598" y="2224"/>
                  </a:lnTo>
                  <a:lnTo>
                    <a:pt x="5598" y="1979"/>
                  </a:lnTo>
                  <a:lnTo>
                    <a:pt x="4850" y="1979"/>
                  </a:lnTo>
                  <a:lnTo>
                    <a:pt x="4850" y="1"/>
                  </a:lnTo>
                  <a:lnTo>
                    <a:pt x="4638" y="1"/>
                  </a:lnTo>
                  <a:lnTo>
                    <a:pt x="4638" y="1979"/>
                  </a:lnTo>
                  <a:lnTo>
                    <a:pt x="2906" y="1979"/>
                  </a:lnTo>
                  <a:lnTo>
                    <a:pt x="2906" y="1"/>
                  </a:lnTo>
                  <a:lnTo>
                    <a:pt x="2693" y="1"/>
                  </a:lnTo>
                  <a:lnTo>
                    <a:pt x="2693" y="1979"/>
                  </a:lnTo>
                  <a:lnTo>
                    <a:pt x="962" y="1979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47"/>
            <p:cNvSpPr/>
            <p:nvPr/>
          </p:nvSpPr>
          <p:spPr>
            <a:xfrm>
              <a:off x="2108205" y="10754560"/>
              <a:ext cx="252120" cy="252120"/>
            </a:xfrm>
            <a:custGeom>
              <a:avLst/>
              <a:gdLst/>
              <a:ahLst/>
              <a:cxnLst/>
              <a:rect l="l" t="t" r="r" b="b"/>
              <a:pathLst>
                <a:path w="4202" h="4202" extrusionOk="0">
                  <a:moveTo>
                    <a:pt x="2738" y="1"/>
                  </a:moveTo>
                  <a:lnTo>
                    <a:pt x="1" y="2738"/>
                  </a:lnTo>
                  <a:lnTo>
                    <a:pt x="1" y="4202"/>
                  </a:lnTo>
                  <a:cubicBezTo>
                    <a:pt x="626" y="3565"/>
                    <a:pt x="1576" y="2627"/>
                    <a:pt x="2224" y="1979"/>
                  </a:cubicBezTo>
                  <a:lnTo>
                    <a:pt x="4202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7"/>
            <p:cNvSpPr/>
            <p:nvPr/>
          </p:nvSpPr>
          <p:spPr>
            <a:xfrm>
              <a:off x="2173245" y="10754560"/>
              <a:ext cx="270900" cy="256140"/>
            </a:xfrm>
            <a:custGeom>
              <a:avLst/>
              <a:gdLst/>
              <a:ahLst/>
              <a:cxnLst/>
              <a:rect l="l" t="t" r="r" b="b"/>
              <a:pathLst>
                <a:path w="4515" h="4269" extrusionOk="0">
                  <a:moveTo>
                    <a:pt x="4280" y="1"/>
                  </a:moveTo>
                  <a:lnTo>
                    <a:pt x="1" y="4269"/>
                  </a:lnTo>
                  <a:lnTo>
                    <a:pt x="660" y="4269"/>
                  </a:lnTo>
                  <a:lnTo>
                    <a:pt x="4514" y="414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47"/>
            <p:cNvSpPr/>
            <p:nvPr/>
          </p:nvSpPr>
          <p:spPr>
            <a:xfrm>
              <a:off x="616605" y="9723520"/>
              <a:ext cx="1904640" cy="809220"/>
            </a:xfrm>
            <a:custGeom>
              <a:avLst/>
              <a:gdLst/>
              <a:ahLst/>
              <a:cxnLst/>
              <a:rect l="l" t="t" r="r" b="b"/>
              <a:pathLst>
                <a:path w="31744" h="13487" extrusionOk="0">
                  <a:moveTo>
                    <a:pt x="1" y="1"/>
                  </a:moveTo>
                  <a:lnTo>
                    <a:pt x="1" y="1923"/>
                  </a:lnTo>
                  <a:lnTo>
                    <a:pt x="31743" y="13487"/>
                  </a:lnTo>
                  <a:lnTo>
                    <a:pt x="31743" y="115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7"/>
            <p:cNvSpPr/>
            <p:nvPr/>
          </p:nvSpPr>
          <p:spPr>
            <a:xfrm>
              <a:off x="616605" y="9838840"/>
              <a:ext cx="459960" cy="785760"/>
            </a:xfrm>
            <a:custGeom>
              <a:avLst/>
              <a:gdLst/>
              <a:ahLst/>
              <a:cxnLst/>
              <a:rect l="l" t="t" r="r" b="b"/>
              <a:pathLst>
                <a:path w="7666" h="13096" extrusionOk="0">
                  <a:moveTo>
                    <a:pt x="1" y="1"/>
                  </a:moveTo>
                  <a:lnTo>
                    <a:pt x="12" y="8056"/>
                  </a:lnTo>
                  <a:lnTo>
                    <a:pt x="7666" y="13095"/>
                  </a:lnTo>
                  <a:lnTo>
                    <a:pt x="7666" y="9308"/>
                  </a:lnTo>
                  <a:lnTo>
                    <a:pt x="381" y="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47"/>
            <p:cNvSpPr/>
            <p:nvPr/>
          </p:nvSpPr>
          <p:spPr>
            <a:xfrm>
              <a:off x="1076505" y="10322200"/>
              <a:ext cx="459960" cy="299040"/>
            </a:xfrm>
            <a:custGeom>
              <a:avLst/>
              <a:gdLst/>
              <a:ahLst/>
              <a:cxnLst/>
              <a:rect l="l" t="t" r="r" b="b"/>
              <a:pathLst>
                <a:path w="7666" h="4984" extrusionOk="0">
                  <a:moveTo>
                    <a:pt x="1" y="0"/>
                  </a:moveTo>
                  <a:lnTo>
                    <a:pt x="7665" y="4983"/>
                  </a:lnTo>
                  <a:lnTo>
                    <a:pt x="7665" y="34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7"/>
            <p:cNvSpPr/>
            <p:nvPr/>
          </p:nvSpPr>
          <p:spPr>
            <a:xfrm>
              <a:off x="1995585" y="10624540"/>
              <a:ext cx="76500" cy="524940"/>
            </a:xfrm>
            <a:custGeom>
              <a:avLst/>
              <a:gdLst/>
              <a:ahLst/>
              <a:cxnLst/>
              <a:rect l="l" t="t" r="r" b="b"/>
              <a:pathLst>
                <a:path w="1275" h="8749" extrusionOk="0">
                  <a:moveTo>
                    <a:pt x="1" y="0"/>
                  </a:moveTo>
                  <a:lnTo>
                    <a:pt x="1" y="8749"/>
                  </a:lnTo>
                  <a:lnTo>
                    <a:pt x="1274" y="8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47"/>
            <p:cNvSpPr/>
            <p:nvPr/>
          </p:nvSpPr>
          <p:spPr>
            <a:xfrm>
              <a:off x="88365" y="11149420"/>
              <a:ext cx="3103920" cy="46980"/>
            </a:xfrm>
            <a:custGeom>
              <a:avLst/>
              <a:gdLst/>
              <a:ahLst/>
              <a:cxnLst/>
              <a:rect l="l" t="t" r="r" b="b"/>
              <a:pathLst>
                <a:path w="51732" h="783" extrusionOk="0">
                  <a:moveTo>
                    <a:pt x="481" y="1"/>
                  </a:moveTo>
                  <a:cubicBezTo>
                    <a:pt x="213" y="1"/>
                    <a:pt x="0" y="168"/>
                    <a:pt x="0" y="392"/>
                  </a:cubicBezTo>
                  <a:cubicBezTo>
                    <a:pt x="0" y="593"/>
                    <a:pt x="224" y="783"/>
                    <a:pt x="492" y="783"/>
                  </a:cubicBezTo>
                  <a:lnTo>
                    <a:pt x="51251" y="783"/>
                  </a:lnTo>
                  <a:cubicBezTo>
                    <a:pt x="51508" y="783"/>
                    <a:pt x="51732" y="593"/>
                    <a:pt x="51732" y="392"/>
                  </a:cubicBezTo>
                  <a:cubicBezTo>
                    <a:pt x="51732" y="180"/>
                    <a:pt x="51508" y="1"/>
                    <a:pt x="51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47"/>
            <p:cNvSpPr/>
            <p:nvPr/>
          </p:nvSpPr>
          <p:spPr>
            <a:xfrm>
              <a:off x="139965" y="10273240"/>
              <a:ext cx="437160" cy="874920"/>
            </a:xfrm>
            <a:custGeom>
              <a:avLst/>
              <a:gdLst/>
              <a:ahLst/>
              <a:cxnLst/>
              <a:rect l="l" t="t" r="r" b="b"/>
              <a:pathLst>
                <a:path w="7286" h="14582" extrusionOk="0">
                  <a:moveTo>
                    <a:pt x="3599" y="1"/>
                  </a:moveTo>
                  <a:cubicBezTo>
                    <a:pt x="1621" y="1"/>
                    <a:pt x="1" y="1610"/>
                    <a:pt x="1" y="3610"/>
                  </a:cubicBezTo>
                  <a:lnTo>
                    <a:pt x="1" y="14581"/>
                  </a:lnTo>
                  <a:lnTo>
                    <a:pt x="7286" y="14581"/>
                  </a:lnTo>
                  <a:lnTo>
                    <a:pt x="7286" y="3610"/>
                  </a:lnTo>
                  <a:cubicBezTo>
                    <a:pt x="7286" y="2012"/>
                    <a:pt x="6235" y="649"/>
                    <a:pt x="4783" y="191"/>
                  </a:cubicBezTo>
                  <a:cubicBezTo>
                    <a:pt x="4436" y="57"/>
                    <a:pt x="4057" y="1"/>
                    <a:pt x="36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47"/>
            <p:cNvSpPr/>
            <p:nvPr/>
          </p:nvSpPr>
          <p:spPr>
            <a:xfrm>
              <a:off x="103365" y="10545640"/>
              <a:ext cx="509280" cy="67560"/>
            </a:xfrm>
            <a:custGeom>
              <a:avLst/>
              <a:gdLst/>
              <a:ahLst/>
              <a:cxnLst/>
              <a:rect l="l" t="t" r="r" b="b"/>
              <a:pathLst>
                <a:path w="8488" h="1126" extrusionOk="0">
                  <a:moveTo>
                    <a:pt x="5144" y="1"/>
                  </a:moveTo>
                  <a:cubicBezTo>
                    <a:pt x="3216" y="1"/>
                    <a:pt x="946" y="8"/>
                    <a:pt x="723" y="8"/>
                  </a:cubicBezTo>
                  <a:cubicBezTo>
                    <a:pt x="716" y="8"/>
                    <a:pt x="709" y="8"/>
                    <a:pt x="702" y="8"/>
                  </a:cubicBezTo>
                  <a:cubicBezTo>
                    <a:pt x="0" y="8"/>
                    <a:pt x="14" y="1125"/>
                    <a:pt x="712" y="1125"/>
                  </a:cubicBezTo>
                  <a:cubicBezTo>
                    <a:pt x="716" y="1125"/>
                    <a:pt x="719" y="1125"/>
                    <a:pt x="723" y="1125"/>
                  </a:cubicBezTo>
                  <a:lnTo>
                    <a:pt x="7125" y="1125"/>
                  </a:lnTo>
                  <a:cubicBezTo>
                    <a:pt x="7141" y="1119"/>
                    <a:pt x="7212" y="1117"/>
                    <a:pt x="7305" y="1117"/>
                  </a:cubicBezTo>
                  <a:cubicBezTo>
                    <a:pt x="7403" y="1117"/>
                    <a:pt x="7525" y="1119"/>
                    <a:pt x="7633" y="1119"/>
                  </a:cubicBezTo>
                  <a:cubicBezTo>
                    <a:pt x="7767" y="1119"/>
                    <a:pt x="7878" y="1116"/>
                    <a:pt x="7896" y="1103"/>
                  </a:cubicBezTo>
                  <a:cubicBezTo>
                    <a:pt x="8488" y="1014"/>
                    <a:pt x="8488" y="97"/>
                    <a:pt x="7896" y="19"/>
                  </a:cubicBezTo>
                  <a:cubicBezTo>
                    <a:pt x="7843" y="5"/>
                    <a:pt x="6590" y="1"/>
                    <a:pt x="5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7"/>
            <p:cNvSpPr/>
            <p:nvPr/>
          </p:nvSpPr>
          <p:spPr>
            <a:xfrm>
              <a:off x="140625" y="10611100"/>
              <a:ext cx="437160" cy="13800"/>
            </a:xfrm>
            <a:custGeom>
              <a:avLst/>
              <a:gdLst/>
              <a:ahLst/>
              <a:cxnLst/>
              <a:rect l="l" t="t" r="r" b="b"/>
              <a:pathLst>
                <a:path w="7286" h="230" extrusionOk="0">
                  <a:moveTo>
                    <a:pt x="7286" y="1"/>
                  </a:moveTo>
                  <a:cubicBezTo>
                    <a:pt x="7241" y="12"/>
                    <a:pt x="470" y="12"/>
                    <a:pt x="1" y="12"/>
                  </a:cubicBezTo>
                  <a:lnTo>
                    <a:pt x="1" y="213"/>
                  </a:lnTo>
                  <a:cubicBezTo>
                    <a:pt x="280" y="224"/>
                    <a:pt x="2009" y="230"/>
                    <a:pt x="3715" y="230"/>
                  </a:cubicBezTo>
                  <a:cubicBezTo>
                    <a:pt x="5420" y="230"/>
                    <a:pt x="7101" y="224"/>
                    <a:pt x="7286" y="213"/>
                  </a:cubicBezTo>
                  <a:lnTo>
                    <a:pt x="7286" y="1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7"/>
            <p:cNvSpPr/>
            <p:nvPr/>
          </p:nvSpPr>
          <p:spPr>
            <a:xfrm>
              <a:off x="103545" y="10966960"/>
              <a:ext cx="509100" cy="67500"/>
            </a:xfrm>
            <a:custGeom>
              <a:avLst/>
              <a:gdLst/>
              <a:ahLst/>
              <a:cxnLst/>
              <a:rect l="l" t="t" r="r" b="b"/>
              <a:pathLst>
                <a:path w="8485" h="1125" extrusionOk="0">
                  <a:moveTo>
                    <a:pt x="3378" y="1"/>
                  </a:moveTo>
                  <a:cubicBezTo>
                    <a:pt x="2035" y="1"/>
                    <a:pt x="876" y="3"/>
                    <a:pt x="720" y="3"/>
                  </a:cubicBezTo>
                  <a:cubicBezTo>
                    <a:pt x="716" y="3"/>
                    <a:pt x="713" y="3"/>
                    <a:pt x="709" y="3"/>
                  </a:cubicBezTo>
                  <a:cubicBezTo>
                    <a:pt x="0" y="3"/>
                    <a:pt x="8" y="1120"/>
                    <a:pt x="699" y="1120"/>
                  </a:cubicBezTo>
                  <a:cubicBezTo>
                    <a:pt x="706" y="1120"/>
                    <a:pt x="713" y="1120"/>
                    <a:pt x="720" y="1120"/>
                  </a:cubicBezTo>
                  <a:lnTo>
                    <a:pt x="7122" y="1120"/>
                  </a:lnTo>
                  <a:cubicBezTo>
                    <a:pt x="7130" y="1118"/>
                    <a:pt x="7154" y="1118"/>
                    <a:pt x="7187" y="1118"/>
                  </a:cubicBezTo>
                  <a:cubicBezTo>
                    <a:pt x="7293" y="1118"/>
                    <a:pt x="7501" y="1124"/>
                    <a:pt x="7664" y="1124"/>
                  </a:cubicBezTo>
                  <a:cubicBezTo>
                    <a:pt x="7782" y="1124"/>
                    <a:pt x="7877" y="1121"/>
                    <a:pt x="7893" y="1109"/>
                  </a:cubicBezTo>
                  <a:cubicBezTo>
                    <a:pt x="8485" y="1031"/>
                    <a:pt x="8485" y="103"/>
                    <a:pt x="7893" y="25"/>
                  </a:cubicBezTo>
                  <a:cubicBezTo>
                    <a:pt x="7819" y="5"/>
                    <a:pt x="5392" y="1"/>
                    <a:pt x="3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47"/>
            <p:cNvSpPr/>
            <p:nvPr/>
          </p:nvSpPr>
          <p:spPr>
            <a:xfrm>
              <a:off x="139965" y="11034160"/>
              <a:ext cx="437160" cy="11400"/>
            </a:xfrm>
            <a:custGeom>
              <a:avLst/>
              <a:gdLst/>
              <a:ahLst/>
              <a:cxnLst/>
              <a:rect l="l" t="t" r="r" b="b"/>
              <a:pathLst>
                <a:path w="7286" h="190" extrusionOk="0">
                  <a:moveTo>
                    <a:pt x="1" y="0"/>
                  </a:moveTo>
                  <a:lnTo>
                    <a:pt x="1" y="168"/>
                  </a:lnTo>
                  <a:cubicBezTo>
                    <a:pt x="23" y="190"/>
                    <a:pt x="68" y="190"/>
                    <a:pt x="113" y="190"/>
                  </a:cubicBezTo>
                  <a:lnTo>
                    <a:pt x="7174" y="190"/>
                  </a:lnTo>
                  <a:cubicBezTo>
                    <a:pt x="7219" y="190"/>
                    <a:pt x="7241" y="190"/>
                    <a:pt x="7286" y="168"/>
                  </a:cubicBezTo>
                  <a:lnTo>
                    <a:pt x="7286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47"/>
            <p:cNvSpPr/>
            <p:nvPr/>
          </p:nvSpPr>
          <p:spPr>
            <a:xfrm>
              <a:off x="140625" y="10284640"/>
              <a:ext cx="437160" cy="864840"/>
            </a:xfrm>
            <a:custGeom>
              <a:avLst/>
              <a:gdLst/>
              <a:ahLst/>
              <a:cxnLst/>
              <a:rect l="l" t="t" r="r" b="b"/>
              <a:pathLst>
                <a:path w="7286" h="14414" extrusionOk="0">
                  <a:moveTo>
                    <a:pt x="4794" y="1"/>
                  </a:moveTo>
                  <a:lnTo>
                    <a:pt x="4794" y="1"/>
                  </a:lnTo>
                  <a:cubicBezTo>
                    <a:pt x="5286" y="459"/>
                    <a:pt x="5710" y="961"/>
                    <a:pt x="6034" y="1520"/>
                  </a:cubicBezTo>
                  <a:cubicBezTo>
                    <a:pt x="6548" y="2380"/>
                    <a:pt x="6504" y="3375"/>
                    <a:pt x="6504" y="4369"/>
                  </a:cubicBezTo>
                  <a:lnTo>
                    <a:pt x="6504" y="12682"/>
                  </a:lnTo>
                  <a:cubicBezTo>
                    <a:pt x="6537" y="12984"/>
                    <a:pt x="6425" y="13319"/>
                    <a:pt x="6113" y="13419"/>
                  </a:cubicBezTo>
                  <a:cubicBezTo>
                    <a:pt x="4638" y="13978"/>
                    <a:pt x="2358" y="14213"/>
                    <a:pt x="1" y="14414"/>
                  </a:cubicBezTo>
                  <a:lnTo>
                    <a:pt x="7286" y="14414"/>
                  </a:lnTo>
                  <a:lnTo>
                    <a:pt x="7286" y="5665"/>
                  </a:lnTo>
                  <a:lnTo>
                    <a:pt x="7286" y="3431"/>
                  </a:lnTo>
                  <a:cubicBezTo>
                    <a:pt x="7275" y="1822"/>
                    <a:pt x="6224" y="459"/>
                    <a:pt x="4794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7"/>
            <p:cNvSpPr/>
            <p:nvPr/>
          </p:nvSpPr>
          <p:spPr>
            <a:xfrm>
              <a:off x="2657265" y="10273240"/>
              <a:ext cx="437160" cy="874920"/>
            </a:xfrm>
            <a:custGeom>
              <a:avLst/>
              <a:gdLst/>
              <a:ahLst/>
              <a:cxnLst/>
              <a:rect l="l" t="t" r="r" b="b"/>
              <a:pathLst>
                <a:path w="7286" h="14582" extrusionOk="0">
                  <a:moveTo>
                    <a:pt x="3598" y="1"/>
                  </a:moveTo>
                  <a:cubicBezTo>
                    <a:pt x="1621" y="1"/>
                    <a:pt x="0" y="1610"/>
                    <a:pt x="0" y="3610"/>
                  </a:cubicBezTo>
                  <a:lnTo>
                    <a:pt x="0" y="14581"/>
                  </a:lnTo>
                  <a:lnTo>
                    <a:pt x="7285" y="14581"/>
                  </a:lnTo>
                  <a:lnTo>
                    <a:pt x="7285" y="3610"/>
                  </a:lnTo>
                  <a:cubicBezTo>
                    <a:pt x="7285" y="2012"/>
                    <a:pt x="6235" y="649"/>
                    <a:pt x="4783" y="191"/>
                  </a:cubicBezTo>
                  <a:cubicBezTo>
                    <a:pt x="4436" y="57"/>
                    <a:pt x="4056" y="1"/>
                    <a:pt x="3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47"/>
            <p:cNvSpPr/>
            <p:nvPr/>
          </p:nvSpPr>
          <p:spPr>
            <a:xfrm>
              <a:off x="2620605" y="10545640"/>
              <a:ext cx="509340" cy="67560"/>
            </a:xfrm>
            <a:custGeom>
              <a:avLst/>
              <a:gdLst/>
              <a:ahLst/>
              <a:cxnLst/>
              <a:rect l="l" t="t" r="r" b="b"/>
              <a:pathLst>
                <a:path w="8489" h="1126" extrusionOk="0">
                  <a:moveTo>
                    <a:pt x="5145" y="1"/>
                  </a:moveTo>
                  <a:cubicBezTo>
                    <a:pt x="3217" y="1"/>
                    <a:pt x="947" y="8"/>
                    <a:pt x="723" y="8"/>
                  </a:cubicBezTo>
                  <a:cubicBezTo>
                    <a:pt x="716" y="8"/>
                    <a:pt x="709" y="8"/>
                    <a:pt x="702" y="8"/>
                  </a:cubicBezTo>
                  <a:cubicBezTo>
                    <a:pt x="1" y="8"/>
                    <a:pt x="15" y="1125"/>
                    <a:pt x="713" y="1125"/>
                  </a:cubicBezTo>
                  <a:cubicBezTo>
                    <a:pt x="716" y="1125"/>
                    <a:pt x="720" y="1125"/>
                    <a:pt x="723" y="1125"/>
                  </a:cubicBezTo>
                  <a:lnTo>
                    <a:pt x="7125" y="1125"/>
                  </a:lnTo>
                  <a:cubicBezTo>
                    <a:pt x="7142" y="1119"/>
                    <a:pt x="7213" y="1117"/>
                    <a:pt x="7305" y="1117"/>
                  </a:cubicBezTo>
                  <a:cubicBezTo>
                    <a:pt x="7403" y="1117"/>
                    <a:pt x="7526" y="1119"/>
                    <a:pt x="7634" y="1119"/>
                  </a:cubicBezTo>
                  <a:cubicBezTo>
                    <a:pt x="7767" y="1119"/>
                    <a:pt x="7879" y="1116"/>
                    <a:pt x="7896" y="1103"/>
                  </a:cubicBezTo>
                  <a:cubicBezTo>
                    <a:pt x="8466" y="1014"/>
                    <a:pt x="8488" y="97"/>
                    <a:pt x="7896" y="19"/>
                  </a:cubicBezTo>
                  <a:cubicBezTo>
                    <a:pt x="7844" y="5"/>
                    <a:pt x="6590" y="1"/>
                    <a:pt x="5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47"/>
            <p:cNvSpPr/>
            <p:nvPr/>
          </p:nvSpPr>
          <p:spPr>
            <a:xfrm>
              <a:off x="2657265" y="10611100"/>
              <a:ext cx="437160" cy="13800"/>
            </a:xfrm>
            <a:custGeom>
              <a:avLst/>
              <a:gdLst/>
              <a:ahLst/>
              <a:cxnLst/>
              <a:rect l="l" t="t" r="r" b="b"/>
              <a:pathLst>
                <a:path w="7286" h="230" extrusionOk="0">
                  <a:moveTo>
                    <a:pt x="7285" y="1"/>
                  </a:moveTo>
                  <a:cubicBezTo>
                    <a:pt x="7241" y="12"/>
                    <a:pt x="470" y="12"/>
                    <a:pt x="0" y="12"/>
                  </a:cubicBezTo>
                  <a:lnTo>
                    <a:pt x="0" y="213"/>
                  </a:lnTo>
                  <a:cubicBezTo>
                    <a:pt x="280" y="224"/>
                    <a:pt x="2006" y="230"/>
                    <a:pt x="3710" y="230"/>
                  </a:cubicBezTo>
                  <a:cubicBezTo>
                    <a:pt x="5414" y="230"/>
                    <a:pt x="7095" y="224"/>
                    <a:pt x="7285" y="213"/>
                  </a:cubicBezTo>
                  <a:lnTo>
                    <a:pt x="7285" y="1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7"/>
            <p:cNvSpPr/>
            <p:nvPr/>
          </p:nvSpPr>
          <p:spPr>
            <a:xfrm>
              <a:off x="2620845" y="10966960"/>
              <a:ext cx="509100" cy="67500"/>
            </a:xfrm>
            <a:custGeom>
              <a:avLst/>
              <a:gdLst/>
              <a:ahLst/>
              <a:cxnLst/>
              <a:rect l="l" t="t" r="r" b="b"/>
              <a:pathLst>
                <a:path w="8485" h="1125" extrusionOk="0">
                  <a:moveTo>
                    <a:pt x="3378" y="1"/>
                  </a:moveTo>
                  <a:cubicBezTo>
                    <a:pt x="2035" y="1"/>
                    <a:pt x="876" y="3"/>
                    <a:pt x="719" y="3"/>
                  </a:cubicBezTo>
                  <a:cubicBezTo>
                    <a:pt x="716" y="3"/>
                    <a:pt x="712" y="3"/>
                    <a:pt x="709" y="3"/>
                  </a:cubicBezTo>
                  <a:cubicBezTo>
                    <a:pt x="0" y="3"/>
                    <a:pt x="7" y="1120"/>
                    <a:pt x="699" y="1120"/>
                  </a:cubicBezTo>
                  <a:cubicBezTo>
                    <a:pt x="706" y="1120"/>
                    <a:pt x="712" y="1120"/>
                    <a:pt x="719" y="1120"/>
                  </a:cubicBezTo>
                  <a:lnTo>
                    <a:pt x="7121" y="1120"/>
                  </a:lnTo>
                  <a:cubicBezTo>
                    <a:pt x="7130" y="1118"/>
                    <a:pt x="7153" y="1118"/>
                    <a:pt x="7187" y="1118"/>
                  </a:cubicBezTo>
                  <a:cubicBezTo>
                    <a:pt x="7293" y="1118"/>
                    <a:pt x="7501" y="1124"/>
                    <a:pt x="7664" y="1124"/>
                  </a:cubicBezTo>
                  <a:cubicBezTo>
                    <a:pt x="7782" y="1124"/>
                    <a:pt x="7876" y="1121"/>
                    <a:pt x="7892" y="1109"/>
                  </a:cubicBezTo>
                  <a:cubicBezTo>
                    <a:pt x="8462" y="1031"/>
                    <a:pt x="8484" y="103"/>
                    <a:pt x="7892" y="25"/>
                  </a:cubicBezTo>
                  <a:cubicBezTo>
                    <a:pt x="7819" y="5"/>
                    <a:pt x="5392" y="1"/>
                    <a:pt x="3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7"/>
            <p:cNvSpPr/>
            <p:nvPr/>
          </p:nvSpPr>
          <p:spPr>
            <a:xfrm>
              <a:off x="2657265" y="11034160"/>
              <a:ext cx="437160" cy="11400"/>
            </a:xfrm>
            <a:custGeom>
              <a:avLst/>
              <a:gdLst/>
              <a:ahLst/>
              <a:cxnLst/>
              <a:rect l="l" t="t" r="r" b="b"/>
              <a:pathLst>
                <a:path w="7286" h="190" extrusionOk="0">
                  <a:moveTo>
                    <a:pt x="0" y="0"/>
                  </a:moveTo>
                  <a:lnTo>
                    <a:pt x="0" y="168"/>
                  </a:lnTo>
                  <a:cubicBezTo>
                    <a:pt x="23" y="190"/>
                    <a:pt x="68" y="190"/>
                    <a:pt x="112" y="190"/>
                  </a:cubicBezTo>
                  <a:lnTo>
                    <a:pt x="7174" y="190"/>
                  </a:lnTo>
                  <a:cubicBezTo>
                    <a:pt x="7218" y="190"/>
                    <a:pt x="7241" y="190"/>
                    <a:pt x="7285" y="168"/>
                  </a:cubicBezTo>
                  <a:lnTo>
                    <a:pt x="7285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47"/>
            <p:cNvSpPr/>
            <p:nvPr/>
          </p:nvSpPr>
          <p:spPr>
            <a:xfrm>
              <a:off x="2657925" y="10284640"/>
              <a:ext cx="437160" cy="864840"/>
            </a:xfrm>
            <a:custGeom>
              <a:avLst/>
              <a:gdLst/>
              <a:ahLst/>
              <a:cxnLst/>
              <a:rect l="l" t="t" r="r" b="b"/>
              <a:pathLst>
                <a:path w="7286" h="14414" extrusionOk="0">
                  <a:moveTo>
                    <a:pt x="4794" y="1"/>
                  </a:moveTo>
                  <a:lnTo>
                    <a:pt x="4794" y="1"/>
                  </a:lnTo>
                  <a:cubicBezTo>
                    <a:pt x="5297" y="459"/>
                    <a:pt x="5710" y="961"/>
                    <a:pt x="6034" y="1520"/>
                  </a:cubicBezTo>
                  <a:cubicBezTo>
                    <a:pt x="6548" y="2380"/>
                    <a:pt x="6503" y="3375"/>
                    <a:pt x="6503" y="4369"/>
                  </a:cubicBezTo>
                  <a:lnTo>
                    <a:pt x="6503" y="12682"/>
                  </a:lnTo>
                  <a:cubicBezTo>
                    <a:pt x="6537" y="12984"/>
                    <a:pt x="6425" y="13319"/>
                    <a:pt x="6112" y="13419"/>
                  </a:cubicBezTo>
                  <a:cubicBezTo>
                    <a:pt x="4637" y="13978"/>
                    <a:pt x="2358" y="14213"/>
                    <a:pt x="1" y="14414"/>
                  </a:cubicBezTo>
                  <a:lnTo>
                    <a:pt x="7285" y="14414"/>
                  </a:lnTo>
                  <a:lnTo>
                    <a:pt x="7285" y="5665"/>
                  </a:lnTo>
                  <a:lnTo>
                    <a:pt x="7285" y="3431"/>
                  </a:lnTo>
                  <a:cubicBezTo>
                    <a:pt x="7274" y="1822"/>
                    <a:pt x="6224" y="459"/>
                    <a:pt x="4794" y="1"/>
                  </a:cubicBez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47"/>
            <p:cNvSpPr/>
            <p:nvPr/>
          </p:nvSpPr>
          <p:spPr>
            <a:xfrm>
              <a:off x="1175745" y="10859860"/>
              <a:ext cx="27540" cy="73800"/>
            </a:xfrm>
            <a:custGeom>
              <a:avLst/>
              <a:gdLst/>
              <a:ahLst/>
              <a:cxnLst/>
              <a:rect l="l" t="t" r="r" b="b"/>
              <a:pathLst>
                <a:path w="459" h="1230" extrusionOk="0">
                  <a:moveTo>
                    <a:pt x="0" y="0"/>
                  </a:moveTo>
                  <a:lnTo>
                    <a:pt x="458" y="1229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47"/>
            <p:cNvSpPr/>
            <p:nvPr/>
          </p:nvSpPr>
          <p:spPr>
            <a:xfrm>
              <a:off x="1370805" y="10859860"/>
              <a:ext cx="24840" cy="73800"/>
            </a:xfrm>
            <a:custGeom>
              <a:avLst/>
              <a:gdLst/>
              <a:ahLst/>
              <a:cxnLst/>
              <a:rect l="l" t="t" r="r" b="b"/>
              <a:pathLst>
                <a:path w="414" h="1230" extrusionOk="0">
                  <a:moveTo>
                    <a:pt x="0" y="0"/>
                  </a:moveTo>
                  <a:lnTo>
                    <a:pt x="0" y="1229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47"/>
            <p:cNvSpPr/>
            <p:nvPr/>
          </p:nvSpPr>
          <p:spPr>
            <a:xfrm>
              <a:off x="1203225" y="10859860"/>
              <a:ext cx="167640" cy="73800"/>
            </a:xfrm>
            <a:custGeom>
              <a:avLst/>
              <a:gdLst/>
              <a:ahLst/>
              <a:cxnLst/>
              <a:rect l="l" t="t" r="r" b="b"/>
              <a:pathLst>
                <a:path w="2794" h="1230" extrusionOk="0">
                  <a:moveTo>
                    <a:pt x="0" y="0"/>
                  </a:moveTo>
                  <a:lnTo>
                    <a:pt x="0" y="1229"/>
                  </a:lnTo>
                  <a:lnTo>
                    <a:pt x="2793" y="1229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47"/>
            <p:cNvSpPr/>
            <p:nvPr/>
          </p:nvSpPr>
          <p:spPr>
            <a:xfrm>
              <a:off x="2168565" y="10023220"/>
              <a:ext cx="18180" cy="46980"/>
            </a:xfrm>
            <a:custGeom>
              <a:avLst/>
              <a:gdLst/>
              <a:ahLst/>
              <a:cxnLst/>
              <a:rect l="l" t="t" r="r" b="b"/>
              <a:pathLst>
                <a:path w="303" h="783" extrusionOk="0">
                  <a:moveTo>
                    <a:pt x="0" y="0"/>
                  </a:moveTo>
                  <a:lnTo>
                    <a:pt x="12" y="782"/>
                  </a:lnTo>
                  <a:lnTo>
                    <a:pt x="302" y="782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47"/>
            <p:cNvSpPr/>
            <p:nvPr/>
          </p:nvSpPr>
          <p:spPr>
            <a:xfrm>
              <a:off x="318285" y="10106980"/>
              <a:ext cx="83220" cy="13500"/>
            </a:xfrm>
            <a:custGeom>
              <a:avLst/>
              <a:gdLst/>
              <a:ahLst/>
              <a:cxnLst/>
              <a:rect l="l" t="t" r="r" b="b"/>
              <a:pathLst>
                <a:path w="1387" h="225" extrusionOk="0">
                  <a:moveTo>
                    <a:pt x="113" y="1"/>
                  </a:moveTo>
                  <a:cubicBezTo>
                    <a:pt x="57" y="1"/>
                    <a:pt x="1" y="34"/>
                    <a:pt x="1" y="112"/>
                  </a:cubicBezTo>
                  <a:cubicBezTo>
                    <a:pt x="1" y="157"/>
                    <a:pt x="46" y="224"/>
                    <a:pt x="113" y="224"/>
                  </a:cubicBezTo>
                  <a:lnTo>
                    <a:pt x="1275" y="224"/>
                  </a:lnTo>
                  <a:cubicBezTo>
                    <a:pt x="1330" y="224"/>
                    <a:pt x="1386" y="180"/>
                    <a:pt x="1386" y="112"/>
                  </a:cubicBezTo>
                  <a:cubicBezTo>
                    <a:pt x="1386" y="45"/>
                    <a:pt x="1342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47"/>
            <p:cNvSpPr/>
            <p:nvPr/>
          </p:nvSpPr>
          <p:spPr>
            <a:xfrm>
              <a:off x="432285" y="10006420"/>
              <a:ext cx="14100" cy="82560"/>
            </a:xfrm>
            <a:custGeom>
              <a:avLst/>
              <a:gdLst/>
              <a:ahLst/>
              <a:cxnLst/>
              <a:rect l="l" t="t" r="r" b="b"/>
              <a:pathLst>
                <a:path w="235" h="1376" extrusionOk="0">
                  <a:moveTo>
                    <a:pt x="112" y="1"/>
                  </a:moveTo>
                  <a:cubicBezTo>
                    <a:pt x="56" y="1"/>
                    <a:pt x="0" y="34"/>
                    <a:pt x="0" y="113"/>
                  </a:cubicBezTo>
                  <a:lnTo>
                    <a:pt x="0" y="1263"/>
                  </a:lnTo>
                  <a:cubicBezTo>
                    <a:pt x="0" y="1319"/>
                    <a:pt x="45" y="1375"/>
                    <a:pt x="112" y="1375"/>
                  </a:cubicBezTo>
                  <a:cubicBezTo>
                    <a:pt x="179" y="1375"/>
                    <a:pt x="235" y="1342"/>
                    <a:pt x="224" y="1263"/>
                  </a:cubicBezTo>
                  <a:lnTo>
                    <a:pt x="224" y="113"/>
                  </a:lnTo>
                  <a:cubicBezTo>
                    <a:pt x="224" y="57"/>
                    <a:pt x="179" y="1"/>
                    <a:pt x="1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47"/>
            <p:cNvSpPr/>
            <p:nvPr/>
          </p:nvSpPr>
          <p:spPr>
            <a:xfrm>
              <a:off x="2788665" y="10005100"/>
              <a:ext cx="13440" cy="83160"/>
            </a:xfrm>
            <a:custGeom>
              <a:avLst/>
              <a:gdLst/>
              <a:ahLst/>
              <a:cxnLst/>
              <a:rect l="l" t="t" r="r" b="b"/>
              <a:pathLst>
                <a:path w="224" h="1386" extrusionOk="0">
                  <a:moveTo>
                    <a:pt x="112" y="0"/>
                  </a:moveTo>
                  <a:cubicBezTo>
                    <a:pt x="56" y="0"/>
                    <a:pt x="0" y="45"/>
                    <a:pt x="0" y="112"/>
                  </a:cubicBezTo>
                  <a:lnTo>
                    <a:pt x="0" y="1274"/>
                  </a:lnTo>
                  <a:cubicBezTo>
                    <a:pt x="0" y="1330"/>
                    <a:pt x="45" y="1386"/>
                    <a:pt x="112" y="1386"/>
                  </a:cubicBezTo>
                  <a:cubicBezTo>
                    <a:pt x="168" y="1386"/>
                    <a:pt x="224" y="1330"/>
                    <a:pt x="224" y="1274"/>
                  </a:cubicBezTo>
                  <a:lnTo>
                    <a:pt x="224" y="112"/>
                  </a:lnTo>
                  <a:cubicBezTo>
                    <a:pt x="224" y="56"/>
                    <a:pt x="179" y="0"/>
                    <a:pt x="1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47"/>
            <p:cNvSpPr/>
            <p:nvPr/>
          </p:nvSpPr>
          <p:spPr>
            <a:xfrm>
              <a:off x="2833545" y="10112380"/>
              <a:ext cx="83220" cy="13440"/>
            </a:xfrm>
            <a:custGeom>
              <a:avLst/>
              <a:gdLst/>
              <a:ahLst/>
              <a:cxnLst/>
              <a:rect l="l" t="t" r="r" b="b"/>
              <a:pathLst>
                <a:path w="1387" h="224" extrusionOk="0">
                  <a:moveTo>
                    <a:pt x="113" y="0"/>
                  </a:moveTo>
                  <a:cubicBezTo>
                    <a:pt x="57" y="0"/>
                    <a:pt x="1" y="45"/>
                    <a:pt x="1" y="112"/>
                  </a:cubicBezTo>
                  <a:cubicBezTo>
                    <a:pt x="1" y="168"/>
                    <a:pt x="57" y="224"/>
                    <a:pt x="113" y="224"/>
                  </a:cubicBezTo>
                  <a:lnTo>
                    <a:pt x="1275" y="224"/>
                  </a:lnTo>
                  <a:cubicBezTo>
                    <a:pt x="1331" y="224"/>
                    <a:pt x="1386" y="190"/>
                    <a:pt x="1386" y="112"/>
                  </a:cubicBezTo>
                  <a:cubicBezTo>
                    <a:pt x="1386" y="56"/>
                    <a:pt x="1342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47"/>
          <p:cNvGrpSpPr/>
          <p:nvPr/>
        </p:nvGrpSpPr>
        <p:grpSpPr>
          <a:xfrm>
            <a:off x="5357341" y="663880"/>
            <a:ext cx="480943" cy="480901"/>
            <a:chOff x="515588" y="1886151"/>
            <a:chExt cx="360707" cy="360676"/>
          </a:xfrm>
        </p:grpSpPr>
        <p:sp>
          <p:nvSpPr>
            <p:cNvPr id="1297" name="Google Shape;1297;p47"/>
            <p:cNvSpPr/>
            <p:nvPr/>
          </p:nvSpPr>
          <p:spPr>
            <a:xfrm>
              <a:off x="540169" y="1937205"/>
              <a:ext cx="15770" cy="14303"/>
            </a:xfrm>
            <a:custGeom>
              <a:avLst/>
              <a:gdLst/>
              <a:ahLst/>
              <a:cxnLst/>
              <a:rect l="l" t="t" r="r" b="b"/>
              <a:pathLst>
                <a:path w="1000" h="907" extrusionOk="0">
                  <a:moveTo>
                    <a:pt x="506" y="1"/>
                  </a:moveTo>
                  <a:cubicBezTo>
                    <a:pt x="389" y="1"/>
                    <a:pt x="271" y="47"/>
                    <a:pt x="184" y="138"/>
                  </a:cubicBezTo>
                  <a:lnTo>
                    <a:pt x="171" y="151"/>
                  </a:lnTo>
                  <a:cubicBezTo>
                    <a:pt x="1" y="329"/>
                    <a:pt x="9" y="614"/>
                    <a:pt x="189" y="784"/>
                  </a:cubicBezTo>
                  <a:cubicBezTo>
                    <a:pt x="273" y="868"/>
                    <a:pt x="385" y="907"/>
                    <a:pt x="495" y="907"/>
                  </a:cubicBezTo>
                  <a:cubicBezTo>
                    <a:pt x="613" y="907"/>
                    <a:pt x="730" y="857"/>
                    <a:pt x="819" y="766"/>
                  </a:cubicBezTo>
                  <a:lnTo>
                    <a:pt x="830" y="758"/>
                  </a:lnTo>
                  <a:cubicBezTo>
                    <a:pt x="1000" y="580"/>
                    <a:pt x="995" y="295"/>
                    <a:pt x="817" y="125"/>
                  </a:cubicBezTo>
                  <a:cubicBezTo>
                    <a:pt x="730" y="42"/>
                    <a:pt x="618" y="1"/>
                    <a:pt x="5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47"/>
            <p:cNvSpPr/>
            <p:nvPr/>
          </p:nvSpPr>
          <p:spPr>
            <a:xfrm>
              <a:off x="515588" y="1886151"/>
              <a:ext cx="360707" cy="360676"/>
            </a:xfrm>
            <a:custGeom>
              <a:avLst/>
              <a:gdLst/>
              <a:ahLst/>
              <a:cxnLst/>
              <a:rect l="l" t="t" r="r" b="b"/>
              <a:pathLst>
                <a:path w="22873" h="22871" extrusionOk="0">
                  <a:moveTo>
                    <a:pt x="15823" y="1"/>
                  </a:moveTo>
                  <a:cubicBezTo>
                    <a:pt x="13574" y="1"/>
                    <a:pt x="11498" y="1055"/>
                    <a:pt x="10170" y="2843"/>
                  </a:cubicBezTo>
                  <a:cubicBezTo>
                    <a:pt x="9061" y="1944"/>
                    <a:pt x="7688" y="1457"/>
                    <a:pt x="6247" y="1457"/>
                  </a:cubicBezTo>
                  <a:cubicBezTo>
                    <a:pt x="5207" y="1457"/>
                    <a:pt x="4182" y="1714"/>
                    <a:pt x="3274" y="2205"/>
                  </a:cubicBezTo>
                  <a:cubicBezTo>
                    <a:pt x="3060" y="2323"/>
                    <a:pt x="2979" y="2595"/>
                    <a:pt x="3096" y="2809"/>
                  </a:cubicBezTo>
                  <a:cubicBezTo>
                    <a:pt x="3177" y="2959"/>
                    <a:pt x="3330" y="3044"/>
                    <a:pt x="3489" y="3044"/>
                  </a:cubicBezTo>
                  <a:cubicBezTo>
                    <a:pt x="3560" y="3044"/>
                    <a:pt x="3633" y="3026"/>
                    <a:pt x="3701" y="2990"/>
                  </a:cubicBezTo>
                  <a:cubicBezTo>
                    <a:pt x="4475" y="2571"/>
                    <a:pt x="5353" y="2349"/>
                    <a:pt x="6242" y="2349"/>
                  </a:cubicBezTo>
                  <a:cubicBezTo>
                    <a:pt x="7625" y="2349"/>
                    <a:pt x="8941" y="2875"/>
                    <a:pt x="9940" y="3829"/>
                  </a:cubicBezTo>
                  <a:cubicBezTo>
                    <a:pt x="10025" y="3907"/>
                    <a:pt x="10133" y="3953"/>
                    <a:pt x="10246" y="3953"/>
                  </a:cubicBezTo>
                  <a:cubicBezTo>
                    <a:pt x="10265" y="3953"/>
                    <a:pt x="10284" y="3952"/>
                    <a:pt x="10303" y="3949"/>
                  </a:cubicBezTo>
                  <a:cubicBezTo>
                    <a:pt x="10436" y="3934"/>
                    <a:pt x="10554" y="3863"/>
                    <a:pt x="10627" y="3748"/>
                  </a:cubicBezTo>
                  <a:cubicBezTo>
                    <a:pt x="11767" y="1959"/>
                    <a:pt x="13708" y="895"/>
                    <a:pt x="15823" y="895"/>
                  </a:cubicBezTo>
                  <a:cubicBezTo>
                    <a:pt x="19217" y="895"/>
                    <a:pt x="21979" y="3654"/>
                    <a:pt x="21979" y="7048"/>
                  </a:cubicBezTo>
                  <a:cubicBezTo>
                    <a:pt x="21979" y="8504"/>
                    <a:pt x="21458" y="9916"/>
                    <a:pt x="20519" y="11023"/>
                  </a:cubicBezTo>
                  <a:cubicBezTo>
                    <a:pt x="20438" y="11122"/>
                    <a:pt x="20399" y="11250"/>
                    <a:pt x="20420" y="11376"/>
                  </a:cubicBezTo>
                  <a:cubicBezTo>
                    <a:pt x="20438" y="11504"/>
                    <a:pt x="20512" y="11619"/>
                    <a:pt x="20619" y="11687"/>
                  </a:cubicBezTo>
                  <a:cubicBezTo>
                    <a:pt x="21471" y="12239"/>
                    <a:pt x="21979" y="13172"/>
                    <a:pt x="21979" y="14181"/>
                  </a:cubicBezTo>
                  <a:cubicBezTo>
                    <a:pt x="21979" y="15505"/>
                    <a:pt x="21092" y="16679"/>
                    <a:pt x="19821" y="17037"/>
                  </a:cubicBezTo>
                  <a:cubicBezTo>
                    <a:pt x="19659" y="17084"/>
                    <a:pt x="19536" y="17215"/>
                    <a:pt x="19505" y="17379"/>
                  </a:cubicBezTo>
                  <a:cubicBezTo>
                    <a:pt x="18987" y="20049"/>
                    <a:pt x="16634" y="21984"/>
                    <a:pt x="13912" y="21984"/>
                  </a:cubicBezTo>
                  <a:cubicBezTo>
                    <a:pt x="11990" y="21984"/>
                    <a:pt x="10209" y="21022"/>
                    <a:pt x="9150" y="19414"/>
                  </a:cubicBezTo>
                  <a:cubicBezTo>
                    <a:pt x="9085" y="19312"/>
                    <a:pt x="8980" y="19244"/>
                    <a:pt x="8857" y="19220"/>
                  </a:cubicBezTo>
                  <a:cubicBezTo>
                    <a:pt x="8829" y="19215"/>
                    <a:pt x="8801" y="19213"/>
                    <a:pt x="8773" y="19213"/>
                  </a:cubicBezTo>
                  <a:cubicBezTo>
                    <a:pt x="8681" y="19213"/>
                    <a:pt x="8591" y="19240"/>
                    <a:pt x="8515" y="19296"/>
                  </a:cubicBezTo>
                  <a:cubicBezTo>
                    <a:pt x="7699" y="19884"/>
                    <a:pt x="6731" y="20196"/>
                    <a:pt x="5717" y="20196"/>
                  </a:cubicBezTo>
                  <a:cubicBezTo>
                    <a:pt x="3070" y="20196"/>
                    <a:pt x="913" y="18041"/>
                    <a:pt x="913" y="15389"/>
                  </a:cubicBezTo>
                  <a:cubicBezTo>
                    <a:pt x="913" y="14103"/>
                    <a:pt x="1415" y="12892"/>
                    <a:pt x="2328" y="11985"/>
                  </a:cubicBezTo>
                  <a:cubicBezTo>
                    <a:pt x="2498" y="11815"/>
                    <a:pt x="2500" y="11540"/>
                    <a:pt x="2338" y="11363"/>
                  </a:cubicBezTo>
                  <a:cubicBezTo>
                    <a:pt x="1405" y="10366"/>
                    <a:pt x="892" y="9064"/>
                    <a:pt x="892" y="7702"/>
                  </a:cubicBezTo>
                  <a:cubicBezTo>
                    <a:pt x="892" y="6891"/>
                    <a:pt x="1070" y="6114"/>
                    <a:pt x="1415" y="5387"/>
                  </a:cubicBezTo>
                  <a:cubicBezTo>
                    <a:pt x="1525" y="5165"/>
                    <a:pt x="1428" y="4901"/>
                    <a:pt x="1206" y="4794"/>
                  </a:cubicBezTo>
                  <a:cubicBezTo>
                    <a:pt x="1143" y="4763"/>
                    <a:pt x="1078" y="4748"/>
                    <a:pt x="1013" y="4748"/>
                  </a:cubicBezTo>
                  <a:cubicBezTo>
                    <a:pt x="847" y="4748"/>
                    <a:pt x="689" y="4843"/>
                    <a:pt x="612" y="5003"/>
                  </a:cubicBezTo>
                  <a:cubicBezTo>
                    <a:pt x="207" y="5848"/>
                    <a:pt x="0" y="6758"/>
                    <a:pt x="0" y="7702"/>
                  </a:cubicBezTo>
                  <a:cubicBezTo>
                    <a:pt x="0" y="9153"/>
                    <a:pt x="500" y="10541"/>
                    <a:pt x="1412" y="11658"/>
                  </a:cubicBezTo>
                  <a:cubicBezTo>
                    <a:pt x="513" y="12691"/>
                    <a:pt x="24" y="14001"/>
                    <a:pt x="24" y="15387"/>
                  </a:cubicBezTo>
                  <a:cubicBezTo>
                    <a:pt x="24" y="18530"/>
                    <a:pt x="2579" y="21087"/>
                    <a:pt x="5724" y="21087"/>
                  </a:cubicBezTo>
                  <a:cubicBezTo>
                    <a:pt x="6773" y="21087"/>
                    <a:pt x="7782" y="20802"/>
                    <a:pt x="8669" y="20266"/>
                  </a:cubicBezTo>
                  <a:cubicBezTo>
                    <a:pt x="9913" y="21903"/>
                    <a:pt x="11846" y="22871"/>
                    <a:pt x="13922" y="22871"/>
                  </a:cubicBezTo>
                  <a:cubicBezTo>
                    <a:pt x="16982" y="22871"/>
                    <a:pt x="19638" y="20758"/>
                    <a:pt x="20323" y="17816"/>
                  </a:cubicBezTo>
                  <a:cubicBezTo>
                    <a:pt x="21837" y="17267"/>
                    <a:pt x="22873" y="15810"/>
                    <a:pt x="22873" y="14184"/>
                  </a:cubicBezTo>
                  <a:cubicBezTo>
                    <a:pt x="22873" y="13033"/>
                    <a:pt x="22368" y="11961"/>
                    <a:pt x="21500" y="11232"/>
                  </a:cubicBezTo>
                  <a:cubicBezTo>
                    <a:pt x="22392" y="10026"/>
                    <a:pt x="22873" y="8559"/>
                    <a:pt x="22873" y="7051"/>
                  </a:cubicBezTo>
                  <a:cubicBezTo>
                    <a:pt x="22873" y="3165"/>
                    <a:pt x="19709" y="1"/>
                    <a:pt x="158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47"/>
            <p:cNvSpPr/>
            <p:nvPr/>
          </p:nvSpPr>
          <p:spPr>
            <a:xfrm>
              <a:off x="758291" y="1924063"/>
              <a:ext cx="14240" cy="14161"/>
            </a:xfrm>
            <a:custGeom>
              <a:avLst/>
              <a:gdLst/>
              <a:ahLst/>
              <a:cxnLst/>
              <a:rect l="l" t="t" r="r" b="b"/>
              <a:pathLst>
                <a:path w="903" h="898" extrusionOk="0">
                  <a:moveTo>
                    <a:pt x="451" y="1"/>
                  </a:moveTo>
                  <a:cubicBezTo>
                    <a:pt x="205" y="1"/>
                    <a:pt x="1" y="200"/>
                    <a:pt x="1" y="445"/>
                  </a:cubicBezTo>
                  <a:cubicBezTo>
                    <a:pt x="1" y="694"/>
                    <a:pt x="202" y="893"/>
                    <a:pt x="448" y="898"/>
                  </a:cubicBezTo>
                  <a:lnTo>
                    <a:pt x="451" y="898"/>
                  </a:lnTo>
                  <a:cubicBezTo>
                    <a:pt x="699" y="898"/>
                    <a:pt x="903" y="696"/>
                    <a:pt x="903" y="448"/>
                  </a:cubicBezTo>
                  <a:cubicBezTo>
                    <a:pt x="903" y="205"/>
                    <a:pt x="699" y="1"/>
                    <a:pt x="4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47"/>
            <p:cNvSpPr/>
            <p:nvPr/>
          </p:nvSpPr>
          <p:spPr>
            <a:xfrm>
              <a:off x="786186" y="1930658"/>
              <a:ext cx="52435" cy="73630"/>
            </a:xfrm>
            <a:custGeom>
              <a:avLst/>
              <a:gdLst/>
              <a:ahLst/>
              <a:cxnLst/>
              <a:rect l="l" t="t" r="r" b="b"/>
              <a:pathLst>
                <a:path w="3325" h="4669" extrusionOk="0">
                  <a:moveTo>
                    <a:pt x="511" y="1"/>
                  </a:moveTo>
                  <a:cubicBezTo>
                    <a:pt x="345" y="1"/>
                    <a:pt x="185" y="93"/>
                    <a:pt x="108" y="252"/>
                  </a:cubicBezTo>
                  <a:cubicBezTo>
                    <a:pt x="1" y="475"/>
                    <a:pt x="92" y="744"/>
                    <a:pt x="314" y="851"/>
                  </a:cubicBezTo>
                  <a:cubicBezTo>
                    <a:pt x="1596" y="1471"/>
                    <a:pt x="2425" y="2797"/>
                    <a:pt x="2425" y="4222"/>
                  </a:cubicBezTo>
                  <a:cubicBezTo>
                    <a:pt x="2425" y="4470"/>
                    <a:pt x="2626" y="4669"/>
                    <a:pt x="2874" y="4669"/>
                  </a:cubicBezTo>
                  <a:cubicBezTo>
                    <a:pt x="3123" y="4669"/>
                    <a:pt x="3321" y="4465"/>
                    <a:pt x="3324" y="4222"/>
                  </a:cubicBezTo>
                  <a:cubicBezTo>
                    <a:pt x="3324" y="3335"/>
                    <a:pt x="3073" y="2472"/>
                    <a:pt x="2594" y="1727"/>
                  </a:cubicBezTo>
                  <a:cubicBezTo>
                    <a:pt x="2132" y="1000"/>
                    <a:pt x="1478" y="422"/>
                    <a:pt x="707" y="46"/>
                  </a:cubicBezTo>
                  <a:cubicBezTo>
                    <a:pt x="644" y="15"/>
                    <a:pt x="577" y="1"/>
                    <a:pt x="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47"/>
            <p:cNvSpPr/>
            <p:nvPr/>
          </p:nvSpPr>
          <p:spPr>
            <a:xfrm>
              <a:off x="554084" y="2121842"/>
              <a:ext cx="58901" cy="58869"/>
            </a:xfrm>
            <a:custGeom>
              <a:avLst/>
              <a:gdLst/>
              <a:ahLst/>
              <a:cxnLst/>
              <a:rect l="l" t="t" r="r" b="b"/>
              <a:pathLst>
                <a:path w="3735" h="3733" extrusionOk="0">
                  <a:moveTo>
                    <a:pt x="447" y="1"/>
                  </a:moveTo>
                  <a:cubicBezTo>
                    <a:pt x="199" y="1"/>
                    <a:pt x="0" y="199"/>
                    <a:pt x="0" y="448"/>
                  </a:cubicBezTo>
                  <a:cubicBezTo>
                    <a:pt x="0" y="2260"/>
                    <a:pt x="1472" y="3732"/>
                    <a:pt x="3284" y="3732"/>
                  </a:cubicBezTo>
                  <a:cubicBezTo>
                    <a:pt x="3533" y="3732"/>
                    <a:pt x="3734" y="3536"/>
                    <a:pt x="3734" y="3288"/>
                  </a:cubicBezTo>
                  <a:cubicBezTo>
                    <a:pt x="3734" y="3039"/>
                    <a:pt x="3535" y="2840"/>
                    <a:pt x="3287" y="2840"/>
                  </a:cubicBezTo>
                  <a:cubicBezTo>
                    <a:pt x="1967" y="2840"/>
                    <a:pt x="894" y="1768"/>
                    <a:pt x="894" y="448"/>
                  </a:cubicBezTo>
                  <a:cubicBezTo>
                    <a:pt x="894" y="199"/>
                    <a:pt x="696" y="1"/>
                    <a:pt x="4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47"/>
            <p:cNvSpPr/>
            <p:nvPr/>
          </p:nvSpPr>
          <p:spPr>
            <a:xfrm>
              <a:off x="678047" y="2002411"/>
              <a:ext cx="98657" cy="98657"/>
            </a:xfrm>
            <a:custGeom>
              <a:avLst/>
              <a:gdLst/>
              <a:ahLst/>
              <a:cxnLst/>
              <a:rect l="l" t="t" r="r" b="b"/>
              <a:pathLst>
                <a:path w="6256" h="6256" extrusionOk="0">
                  <a:moveTo>
                    <a:pt x="3128" y="895"/>
                  </a:moveTo>
                  <a:cubicBezTo>
                    <a:pt x="4360" y="895"/>
                    <a:pt x="5364" y="1899"/>
                    <a:pt x="5364" y="3131"/>
                  </a:cubicBezTo>
                  <a:cubicBezTo>
                    <a:pt x="5364" y="4365"/>
                    <a:pt x="4360" y="5366"/>
                    <a:pt x="3128" y="5366"/>
                  </a:cubicBezTo>
                  <a:cubicBezTo>
                    <a:pt x="1897" y="5366"/>
                    <a:pt x="893" y="4365"/>
                    <a:pt x="893" y="3131"/>
                  </a:cubicBezTo>
                  <a:cubicBezTo>
                    <a:pt x="893" y="1899"/>
                    <a:pt x="1897" y="895"/>
                    <a:pt x="3128" y="895"/>
                  </a:cubicBezTo>
                  <a:close/>
                  <a:moveTo>
                    <a:pt x="3128" y="1"/>
                  </a:moveTo>
                  <a:cubicBezTo>
                    <a:pt x="1402" y="1"/>
                    <a:pt x="1" y="1402"/>
                    <a:pt x="1" y="3128"/>
                  </a:cubicBezTo>
                  <a:cubicBezTo>
                    <a:pt x="1" y="4854"/>
                    <a:pt x="1402" y="6255"/>
                    <a:pt x="3128" y="6255"/>
                  </a:cubicBezTo>
                  <a:cubicBezTo>
                    <a:pt x="4854" y="6255"/>
                    <a:pt x="6256" y="4854"/>
                    <a:pt x="6256" y="3128"/>
                  </a:cubicBezTo>
                  <a:cubicBezTo>
                    <a:pt x="6256" y="1402"/>
                    <a:pt x="4854" y="1"/>
                    <a:pt x="3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47"/>
            <p:cNvSpPr/>
            <p:nvPr/>
          </p:nvSpPr>
          <p:spPr>
            <a:xfrm>
              <a:off x="573144" y="2002474"/>
              <a:ext cx="91718" cy="98594"/>
            </a:xfrm>
            <a:custGeom>
              <a:avLst/>
              <a:gdLst/>
              <a:ahLst/>
              <a:cxnLst/>
              <a:rect l="l" t="t" r="r" b="b"/>
              <a:pathLst>
                <a:path w="5816" h="6252" extrusionOk="0">
                  <a:moveTo>
                    <a:pt x="3431" y="0"/>
                  </a:moveTo>
                  <a:cubicBezTo>
                    <a:pt x="2630" y="0"/>
                    <a:pt x="1829" y="305"/>
                    <a:pt x="1219" y="914"/>
                  </a:cubicBezTo>
                  <a:cubicBezTo>
                    <a:pt x="0" y="2133"/>
                    <a:pt x="0" y="4118"/>
                    <a:pt x="1219" y="5336"/>
                  </a:cubicBezTo>
                  <a:cubicBezTo>
                    <a:pt x="1831" y="5948"/>
                    <a:pt x="2631" y="6251"/>
                    <a:pt x="3434" y="6251"/>
                  </a:cubicBezTo>
                  <a:cubicBezTo>
                    <a:pt x="4234" y="6251"/>
                    <a:pt x="5034" y="5948"/>
                    <a:pt x="5643" y="5336"/>
                  </a:cubicBezTo>
                  <a:cubicBezTo>
                    <a:pt x="5816" y="5164"/>
                    <a:pt x="5816" y="4879"/>
                    <a:pt x="5643" y="4706"/>
                  </a:cubicBezTo>
                  <a:cubicBezTo>
                    <a:pt x="5556" y="4620"/>
                    <a:pt x="5441" y="4577"/>
                    <a:pt x="5327" y="4577"/>
                  </a:cubicBezTo>
                  <a:cubicBezTo>
                    <a:pt x="5212" y="4577"/>
                    <a:pt x="5098" y="4620"/>
                    <a:pt x="5010" y="4706"/>
                  </a:cubicBezTo>
                  <a:cubicBezTo>
                    <a:pt x="4589" y="5127"/>
                    <a:pt x="4030" y="5360"/>
                    <a:pt x="3434" y="5360"/>
                  </a:cubicBezTo>
                  <a:cubicBezTo>
                    <a:pt x="2837" y="5360"/>
                    <a:pt x="2275" y="5127"/>
                    <a:pt x="1854" y="4706"/>
                  </a:cubicBezTo>
                  <a:cubicBezTo>
                    <a:pt x="981" y="3833"/>
                    <a:pt x="981" y="2415"/>
                    <a:pt x="1854" y="1545"/>
                  </a:cubicBezTo>
                  <a:cubicBezTo>
                    <a:pt x="2275" y="1124"/>
                    <a:pt x="2835" y="891"/>
                    <a:pt x="3434" y="891"/>
                  </a:cubicBezTo>
                  <a:cubicBezTo>
                    <a:pt x="4027" y="891"/>
                    <a:pt x="4589" y="1124"/>
                    <a:pt x="5010" y="1545"/>
                  </a:cubicBezTo>
                  <a:cubicBezTo>
                    <a:pt x="5098" y="1632"/>
                    <a:pt x="5212" y="1676"/>
                    <a:pt x="5327" y="1676"/>
                  </a:cubicBezTo>
                  <a:cubicBezTo>
                    <a:pt x="5441" y="1676"/>
                    <a:pt x="5556" y="1632"/>
                    <a:pt x="5643" y="1545"/>
                  </a:cubicBezTo>
                  <a:cubicBezTo>
                    <a:pt x="5816" y="1372"/>
                    <a:pt x="5816" y="1087"/>
                    <a:pt x="5643" y="914"/>
                  </a:cubicBezTo>
                  <a:cubicBezTo>
                    <a:pt x="5033" y="305"/>
                    <a:pt x="4232" y="0"/>
                    <a:pt x="34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47"/>
            <p:cNvSpPr/>
            <p:nvPr/>
          </p:nvSpPr>
          <p:spPr>
            <a:xfrm>
              <a:off x="777066" y="2073580"/>
              <a:ext cx="37249" cy="57009"/>
            </a:xfrm>
            <a:custGeom>
              <a:avLst/>
              <a:gdLst/>
              <a:ahLst/>
              <a:cxnLst/>
              <a:rect l="l" t="t" r="r" b="b"/>
              <a:pathLst>
                <a:path w="2362" h="3615" extrusionOk="0">
                  <a:moveTo>
                    <a:pt x="1198" y="0"/>
                  </a:moveTo>
                  <a:cubicBezTo>
                    <a:pt x="558" y="0"/>
                    <a:pt x="35" y="521"/>
                    <a:pt x="35" y="1164"/>
                  </a:cubicBezTo>
                  <a:cubicBezTo>
                    <a:pt x="35" y="1412"/>
                    <a:pt x="239" y="1611"/>
                    <a:pt x="484" y="1611"/>
                  </a:cubicBezTo>
                  <a:cubicBezTo>
                    <a:pt x="733" y="1611"/>
                    <a:pt x="932" y="1412"/>
                    <a:pt x="932" y="1164"/>
                  </a:cubicBezTo>
                  <a:cubicBezTo>
                    <a:pt x="932" y="1012"/>
                    <a:pt x="1052" y="892"/>
                    <a:pt x="1203" y="892"/>
                  </a:cubicBezTo>
                  <a:cubicBezTo>
                    <a:pt x="1428" y="892"/>
                    <a:pt x="1473" y="991"/>
                    <a:pt x="1473" y="1164"/>
                  </a:cubicBezTo>
                  <a:cubicBezTo>
                    <a:pt x="1473" y="1705"/>
                    <a:pt x="628" y="2508"/>
                    <a:pt x="218" y="2809"/>
                  </a:cubicBezTo>
                  <a:cubicBezTo>
                    <a:pt x="61" y="2921"/>
                    <a:pt x="1" y="3125"/>
                    <a:pt x="58" y="3308"/>
                  </a:cubicBezTo>
                  <a:cubicBezTo>
                    <a:pt x="121" y="3491"/>
                    <a:pt x="291" y="3614"/>
                    <a:pt x="484" y="3614"/>
                  </a:cubicBezTo>
                  <a:lnTo>
                    <a:pt x="1917" y="3614"/>
                  </a:lnTo>
                  <a:cubicBezTo>
                    <a:pt x="2166" y="3614"/>
                    <a:pt x="2362" y="3415"/>
                    <a:pt x="2362" y="3167"/>
                  </a:cubicBezTo>
                  <a:cubicBezTo>
                    <a:pt x="2362" y="2918"/>
                    <a:pt x="2163" y="2720"/>
                    <a:pt x="1915" y="2720"/>
                  </a:cubicBezTo>
                  <a:lnTo>
                    <a:pt x="1622" y="2720"/>
                  </a:lnTo>
                  <a:cubicBezTo>
                    <a:pt x="2004" y="2288"/>
                    <a:pt x="2362" y="1731"/>
                    <a:pt x="2362" y="1164"/>
                  </a:cubicBezTo>
                  <a:cubicBezTo>
                    <a:pt x="2362" y="468"/>
                    <a:pt x="1896" y="0"/>
                    <a:pt x="1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9"/>
          <p:cNvSpPr txBox="1">
            <a:spLocks noGrp="1"/>
          </p:cNvSpPr>
          <p:nvPr>
            <p:ph type="title"/>
          </p:nvPr>
        </p:nvSpPr>
        <p:spPr>
          <a:xfrm>
            <a:off x="1005922" y="601176"/>
            <a:ext cx="3712993" cy="738800"/>
          </a:xfrm>
          <a:prstGeom prst="rect">
            <a:avLst/>
          </a:prstGeom>
        </p:spPr>
        <p:txBody>
          <a:bodyPr spcFirstLastPara="1" wrap="square" lIns="120000" tIns="121900" rIns="120000" bIns="121900" anchor="b" anchorCtr="0">
            <a:no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4" name="Google Shape;1394;p49"/>
          <p:cNvSpPr txBox="1">
            <a:spLocks noGrp="1"/>
          </p:cNvSpPr>
          <p:nvPr>
            <p:ph type="subTitle" idx="1"/>
          </p:nvPr>
        </p:nvSpPr>
        <p:spPr>
          <a:xfrm>
            <a:off x="1167323" y="1320887"/>
            <a:ext cx="4642075" cy="4647013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E-Governance systems for public service delivery.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complaint handling systems used in government offices.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web-based complaint applications used in different countries.</a:t>
            </a:r>
            <a:endParaRPr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5" name="Google Shape;1395;p49"/>
          <p:cNvSpPr txBox="1">
            <a:spLocks noGrp="1"/>
          </p:cNvSpPr>
          <p:nvPr>
            <p:ph type="title" idx="2"/>
          </p:nvPr>
        </p:nvSpPr>
        <p:spPr>
          <a:xfrm>
            <a:off x="7215181" y="566243"/>
            <a:ext cx="2995200" cy="738800"/>
          </a:xfrm>
          <a:prstGeom prst="rect">
            <a:avLst/>
          </a:prstGeom>
        </p:spPr>
        <p:txBody>
          <a:bodyPr spcFirstLastPara="1" wrap="square" lIns="120000" tIns="121900" rIns="120000" bIns="121900" anchor="b" anchorCtr="0">
            <a:no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6" name="Google Shape;1396;p49"/>
          <p:cNvSpPr txBox="1">
            <a:spLocks noGrp="1"/>
          </p:cNvSpPr>
          <p:nvPr>
            <p:ph type="subTitle" idx="3"/>
          </p:nvPr>
        </p:nvSpPr>
        <p:spPr>
          <a:xfrm>
            <a:off x="7215181" y="1288487"/>
            <a:ext cx="4848136" cy="4619195"/>
          </a:xfrm>
          <a:prstGeom prst="rect">
            <a:avLst/>
          </a:prstGeom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complaint submission with detailed information. 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status tracking system. 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management for urgent and critical complaints. </a:t>
            </a:r>
          </a:p>
          <a:p>
            <a:pPr marL="0" indent="0" algn="just"/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feedback system after complaint resolution.</a:t>
            </a:r>
            <a:endParaRPr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0" name="Google Shape;1400;p49"/>
          <p:cNvSpPr/>
          <p:nvPr/>
        </p:nvSpPr>
        <p:spPr>
          <a:xfrm>
            <a:off x="333947" y="617288"/>
            <a:ext cx="672000" cy="6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161A27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01" name="Google Shape;1401;p49"/>
          <p:cNvSpPr/>
          <p:nvPr/>
        </p:nvSpPr>
        <p:spPr>
          <a:xfrm>
            <a:off x="6462415" y="617288"/>
            <a:ext cx="672000" cy="6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161A27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409" name="Google Shape;1409;p49"/>
          <p:cNvGrpSpPr/>
          <p:nvPr/>
        </p:nvGrpSpPr>
        <p:grpSpPr>
          <a:xfrm>
            <a:off x="418411" y="714319"/>
            <a:ext cx="486284" cy="431740"/>
            <a:chOff x="3042984" y="1904515"/>
            <a:chExt cx="364713" cy="323805"/>
          </a:xfrm>
        </p:grpSpPr>
        <p:sp>
          <p:nvSpPr>
            <p:cNvPr id="1410" name="Google Shape;1410;p49"/>
            <p:cNvSpPr/>
            <p:nvPr/>
          </p:nvSpPr>
          <p:spPr>
            <a:xfrm>
              <a:off x="3042984" y="1904515"/>
              <a:ext cx="364713" cy="323805"/>
            </a:xfrm>
            <a:custGeom>
              <a:avLst/>
              <a:gdLst/>
              <a:ahLst/>
              <a:cxnLst/>
              <a:rect l="l" t="t" r="r" b="b"/>
              <a:pathLst>
                <a:path w="23127" h="20533" extrusionOk="0">
                  <a:moveTo>
                    <a:pt x="11563" y="0"/>
                  </a:moveTo>
                  <a:cubicBezTo>
                    <a:pt x="10585" y="0"/>
                    <a:pt x="9712" y="505"/>
                    <a:pt x="9226" y="1352"/>
                  </a:cubicBezTo>
                  <a:lnTo>
                    <a:pt x="489" y="16482"/>
                  </a:lnTo>
                  <a:cubicBezTo>
                    <a:pt x="0" y="17329"/>
                    <a:pt x="0" y="18339"/>
                    <a:pt x="489" y="19181"/>
                  </a:cubicBezTo>
                  <a:cubicBezTo>
                    <a:pt x="976" y="20028"/>
                    <a:pt x="1852" y="20533"/>
                    <a:pt x="2830" y="20533"/>
                  </a:cubicBezTo>
                  <a:lnTo>
                    <a:pt x="20300" y="20533"/>
                  </a:lnTo>
                  <a:cubicBezTo>
                    <a:pt x="21278" y="20533"/>
                    <a:pt x="22148" y="20028"/>
                    <a:pt x="22640" y="19181"/>
                  </a:cubicBezTo>
                  <a:cubicBezTo>
                    <a:pt x="23126" y="18339"/>
                    <a:pt x="23126" y="17329"/>
                    <a:pt x="22637" y="16482"/>
                  </a:cubicBezTo>
                  <a:lnTo>
                    <a:pt x="19447" y="10954"/>
                  </a:lnTo>
                  <a:cubicBezTo>
                    <a:pt x="19363" y="10812"/>
                    <a:pt x="19213" y="10731"/>
                    <a:pt x="19059" y="10731"/>
                  </a:cubicBezTo>
                  <a:cubicBezTo>
                    <a:pt x="18983" y="10731"/>
                    <a:pt x="18906" y="10751"/>
                    <a:pt x="18835" y="10792"/>
                  </a:cubicBezTo>
                  <a:cubicBezTo>
                    <a:pt x="18623" y="10915"/>
                    <a:pt x="18548" y="11187"/>
                    <a:pt x="18671" y="11401"/>
                  </a:cubicBezTo>
                  <a:lnTo>
                    <a:pt x="21861" y="16929"/>
                  </a:lnTo>
                  <a:cubicBezTo>
                    <a:pt x="22188" y="17494"/>
                    <a:pt x="22188" y="18171"/>
                    <a:pt x="21861" y="18736"/>
                  </a:cubicBezTo>
                  <a:cubicBezTo>
                    <a:pt x="21534" y="19304"/>
                    <a:pt x="20951" y="19638"/>
                    <a:pt x="20297" y="19638"/>
                  </a:cubicBezTo>
                  <a:lnTo>
                    <a:pt x="2824" y="19638"/>
                  </a:lnTo>
                  <a:cubicBezTo>
                    <a:pt x="2171" y="19638"/>
                    <a:pt x="1587" y="19304"/>
                    <a:pt x="1261" y="18736"/>
                  </a:cubicBezTo>
                  <a:cubicBezTo>
                    <a:pt x="934" y="18171"/>
                    <a:pt x="934" y="17494"/>
                    <a:pt x="1261" y="16929"/>
                  </a:cubicBezTo>
                  <a:lnTo>
                    <a:pt x="9994" y="1799"/>
                  </a:lnTo>
                  <a:cubicBezTo>
                    <a:pt x="10321" y="1235"/>
                    <a:pt x="10904" y="897"/>
                    <a:pt x="11558" y="897"/>
                  </a:cubicBezTo>
                  <a:cubicBezTo>
                    <a:pt x="12212" y="897"/>
                    <a:pt x="12798" y="1235"/>
                    <a:pt x="13124" y="1799"/>
                  </a:cubicBezTo>
                  <a:lnTo>
                    <a:pt x="16879" y="8303"/>
                  </a:lnTo>
                  <a:cubicBezTo>
                    <a:pt x="16964" y="8447"/>
                    <a:pt x="17114" y="8527"/>
                    <a:pt x="17269" y="8527"/>
                  </a:cubicBezTo>
                  <a:cubicBezTo>
                    <a:pt x="17344" y="8527"/>
                    <a:pt x="17421" y="8508"/>
                    <a:pt x="17491" y="8467"/>
                  </a:cubicBezTo>
                  <a:cubicBezTo>
                    <a:pt x="17703" y="8342"/>
                    <a:pt x="17779" y="8073"/>
                    <a:pt x="17653" y="7856"/>
                  </a:cubicBezTo>
                  <a:lnTo>
                    <a:pt x="13898" y="1352"/>
                  </a:lnTo>
                  <a:cubicBezTo>
                    <a:pt x="13412" y="505"/>
                    <a:pt x="12536" y="0"/>
                    <a:pt x="115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3132300" y="2010536"/>
              <a:ext cx="185991" cy="186118"/>
            </a:xfrm>
            <a:custGeom>
              <a:avLst/>
              <a:gdLst/>
              <a:ahLst/>
              <a:cxnLst/>
              <a:rect l="l" t="t" r="r" b="b"/>
              <a:pathLst>
                <a:path w="11794" h="11802" extrusionOk="0">
                  <a:moveTo>
                    <a:pt x="4399" y="2129"/>
                  </a:moveTo>
                  <a:cubicBezTo>
                    <a:pt x="4563" y="2129"/>
                    <a:pt x="4702" y="2268"/>
                    <a:pt x="4702" y="2433"/>
                  </a:cubicBezTo>
                  <a:lnTo>
                    <a:pt x="4702" y="2597"/>
                  </a:lnTo>
                  <a:cubicBezTo>
                    <a:pt x="4702" y="2767"/>
                    <a:pt x="4563" y="2901"/>
                    <a:pt x="4399" y="2901"/>
                  </a:cubicBezTo>
                  <a:cubicBezTo>
                    <a:pt x="3737" y="2901"/>
                    <a:pt x="3198" y="3439"/>
                    <a:pt x="3198" y="4101"/>
                  </a:cubicBezTo>
                  <a:lnTo>
                    <a:pt x="3198" y="4130"/>
                  </a:lnTo>
                  <a:cubicBezTo>
                    <a:pt x="3198" y="4300"/>
                    <a:pt x="3060" y="4433"/>
                    <a:pt x="2895" y="4433"/>
                  </a:cubicBezTo>
                  <a:lnTo>
                    <a:pt x="1117" y="4433"/>
                  </a:lnTo>
                  <a:cubicBezTo>
                    <a:pt x="1394" y="3531"/>
                    <a:pt x="1920" y="2733"/>
                    <a:pt x="2621" y="2129"/>
                  </a:cubicBezTo>
                  <a:close/>
                  <a:moveTo>
                    <a:pt x="10525" y="3996"/>
                  </a:moveTo>
                  <a:cubicBezTo>
                    <a:pt x="10769" y="4585"/>
                    <a:pt x="10905" y="5228"/>
                    <a:pt x="10905" y="5903"/>
                  </a:cubicBezTo>
                  <a:cubicBezTo>
                    <a:pt x="10905" y="6420"/>
                    <a:pt x="10826" y="6925"/>
                    <a:pt x="10677" y="7398"/>
                  </a:cubicBezTo>
                  <a:lnTo>
                    <a:pt x="6820" y="7398"/>
                  </a:lnTo>
                  <a:cubicBezTo>
                    <a:pt x="6394" y="7398"/>
                    <a:pt x="6051" y="7056"/>
                    <a:pt x="6051" y="6629"/>
                  </a:cubicBezTo>
                  <a:cubicBezTo>
                    <a:pt x="6051" y="6326"/>
                    <a:pt x="6300" y="6078"/>
                    <a:pt x="6603" y="6078"/>
                  </a:cubicBezTo>
                  <a:cubicBezTo>
                    <a:pt x="7163" y="6078"/>
                    <a:pt x="7612" y="5623"/>
                    <a:pt x="7612" y="5068"/>
                  </a:cubicBezTo>
                  <a:cubicBezTo>
                    <a:pt x="7612" y="4477"/>
                    <a:pt x="8094" y="3996"/>
                    <a:pt x="8687" y="3996"/>
                  </a:cubicBezTo>
                  <a:close/>
                  <a:moveTo>
                    <a:pt x="3120" y="8204"/>
                  </a:moveTo>
                  <a:cubicBezTo>
                    <a:pt x="3578" y="8204"/>
                    <a:pt x="3949" y="8575"/>
                    <a:pt x="3949" y="9033"/>
                  </a:cubicBezTo>
                  <a:lnTo>
                    <a:pt x="3949" y="10510"/>
                  </a:lnTo>
                  <a:cubicBezTo>
                    <a:pt x="2874" y="10052"/>
                    <a:pt x="1996" y="9231"/>
                    <a:pt x="1460" y="8204"/>
                  </a:cubicBezTo>
                  <a:close/>
                  <a:moveTo>
                    <a:pt x="5902" y="900"/>
                  </a:moveTo>
                  <a:cubicBezTo>
                    <a:pt x="7623" y="900"/>
                    <a:pt x="9147" y="1776"/>
                    <a:pt x="10047" y="3107"/>
                  </a:cubicBezTo>
                  <a:lnTo>
                    <a:pt x="8687" y="3107"/>
                  </a:lnTo>
                  <a:cubicBezTo>
                    <a:pt x="7602" y="3107"/>
                    <a:pt x="6718" y="3988"/>
                    <a:pt x="6718" y="5074"/>
                  </a:cubicBezTo>
                  <a:cubicBezTo>
                    <a:pt x="6718" y="5139"/>
                    <a:pt x="6666" y="5191"/>
                    <a:pt x="6600" y="5191"/>
                  </a:cubicBezTo>
                  <a:cubicBezTo>
                    <a:pt x="5803" y="5191"/>
                    <a:pt x="5157" y="5840"/>
                    <a:pt x="5157" y="6637"/>
                  </a:cubicBezTo>
                  <a:cubicBezTo>
                    <a:pt x="5157" y="7553"/>
                    <a:pt x="5902" y="8300"/>
                    <a:pt x="6820" y="8300"/>
                  </a:cubicBezTo>
                  <a:lnTo>
                    <a:pt x="10295" y="8300"/>
                  </a:lnTo>
                  <a:cubicBezTo>
                    <a:pt x="9448" y="9846"/>
                    <a:pt x="7798" y="10905"/>
                    <a:pt x="5902" y="10905"/>
                  </a:cubicBezTo>
                  <a:cubicBezTo>
                    <a:pt x="5539" y="10905"/>
                    <a:pt x="5183" y="10866"/>
                    <a:pt x="4843" y="10792"/>
                  </a:cubicBezTo>
                  <a:lnTo>
                    <a:pt x="4843" y="9030"/>
                  </a:lnTo>
                  <a:cubicBezTo>
                    <a:pt x="4843" y="8078"/>
                    <a:pt x="4072" y="7307"/>
                    <a:pt x="3120" y="7307"/>
                  </a:cubicBezTo>
                  <a:lnTo>
                    <a:pt x="1099" y="7307"/>
                  </a:lnTo>
                  <a:cubicBezTo>
                    <a:pt x="968" y="6860"/>
                    <a:pt x="897" y="6389"/>
                    <a:pt x="897" y="5903"/>
                  </a:cubicBezTo>
                  <a:cubicBezTo>
                    <a:pt x="897" y="5709"/>
                    <a:pt x="908" y="5518"/>
                    <a:pt x="929" y="5332"/>
                  </a:cubicBezTo>
                  <a:lnTo>
                    <a:pt x="2890" y="5332"/>
                  </a:lnTo>
                  <a:cubicBezTo>
                    <a:pt x="3552" y="5332"/>
                    <a:pt x="4090" y="4794"/>
                    <a:pt x="4090" y="4132"/>
                  </a:cubicBezTo>
                  <a:lnTo>
                    <a:pt x="4090" y="4103"/>
                  </a:lnTo>
                  <a:cubicBezTo>
                    <a:pt x="4090" y="3934"/>
                    <a:pt x="4229" y="3800"/>
                    <a:pt x="4393" y="3800"/>
                  </a:cubicBezTo>
                  <a:cubicBezTo>
                    <a:pt x="5055" y="3800"/>
                    <a:pt x="5594" y="3261"/>
                    <a:pt x="5594" y="2600"/>
                  </a:cubicBezTo>
                  <a:lnTo>
                    <a:pt x="5594" y="2438"/>
                  </a:lnTo>
                  <a:cubicBezTo>
                    <a:pt x="5594" y="1776"/>
                    <a:pt x="5055" y="1238"/>
                    <a:pt x="4393" y="1238"/>
                  </a:cubicBezTo>
                  <a:lnTo>
                    <a:pt x="4093" y="1238"/>
                  </a:lnTo>
                  <a:cubicBezTo>
                    <a:pt x="4655" y="1018"/>
                    <a:pt x="5264" y="900"/>
                    <a:pt x="5902" y="900"/>
                  </a:cubicBezTo>
                  <a:close/>
                  <a:moveTo>
                    <a:pt x="5902" y="1"/>
                  </a:moveTo>
                  <a:cubicBezTo>
                    <a:pt x="2649" y="1"/>
                    <a:pt x="0" y="2650"/>
                    <a:pt x="0" y="5903"/>
                  </a:cubicBezTo>
                  <a:cubicBezTo>
                    <a:pt x="0" y="6595"/>
                    <a:pt x="123" y="7257"/>
                    <a:pt x="340" y="7879"/>
                  </a:cubicBezTo>
                  <a:cubicBezTo>
                    <a:pt x="348" y="7898"/>
                    <a:pt x="353" y="7919"/>
                    <a:pt x="361" y="7934"/>
                  </a:cubicBezTo>
                  <a:cubicBezTo>
                    <a:pt x="1005" y="9681"/>
                    <a:pt x="2448" y="11041"/>
                    <a:pt x="4244" y="11566"/>
                  </a:cubicBezTo>
                  <a:cubicBezTo>
                    <a:pt x="4258" y="11569"/>
                    <a:pt x="4268" y="11572"/>
                    <a:pt x="4281" y="11577"/>
                  </a:cubicBezTo>
                  <a:cubicBezTo>
                    <a:pt x="4794" y="11723"/>
                    <a:pt x="5335" y="11802"/>
                    <a:pt x="5894" y="11802"/>
                  </a:cubicBezTo>
                  <a:cubicBezTo>
                    <a:pt x="9147" y="11802"/>
                    <a:pt x="11794" y="9153"/>
                    <a:pt x="11794" y="5903"/>
                  </a:cubicBezTo>
                  <a:cubicBezTo>
                    <a:pt x="11794" y="2650"/>
                    <a:pt x="9153" y="1"/>
                    <a:pt x="59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3322496" y="2049315"/>
              <a:ext cx="14161" cy="14161"/>
            </a:xfrm>
            <a:custGeom>
              <a:avLst/>
              <a:gdLst/>
              <a:ahLst/>
              <a:cxnLst/>
              <a:rect l="l" t="t" r="r" b="b"/>
              <a:pathLst>
                <a:path w="898" h="898" extrusionOk="0">
                  <a:moveTo>
                    <a:pt x="450" y="1"/>
                  </a:moveTo>
                  <a:cubicBezTo>
                    <a:pt x="330" y="1"/>
                    <a:pt x="217" y="50"/>
                    <a:pt x="131" y="131"/>
                  </a:cubicBezTo>
                  <a:cubicBezTo>
                    <a:pt x="50" y="213"/>
                    <a:pt x="0" y="333"/>
                    <a:pt x="0" y="450"/>
                  </a:cubicBezTo>
                  <a:cubicBezTo>
                    <a:pt x="0" y="568"/>
                    <a:pt x="50" y="681"/>
                    <a:pt x="131" y="767"/>
                  </a:cubicBezTo>
                  <a:cubicBezTo>
                    <a:pt x="217" y="851"/>
                    <a:pt x="332" y="898"/>
                    <a:pt x="450" y="898"/>
                  </a:cubicBezTo>
                  <a:cubicBezTo>
                    <a:pt x="568" y="898"/>
                    <a:pt x="680" y="848"/>
                    <a:pt x="766" y="767"/>
                  </a:cubicBezTo>
                  <a:cubicBezTo>
                    <a:pt x="850" y="686"/>
                    <a:pt x="897" y="568"/>
                    <a:pt x="897" y="450"/>
                  </a:cubicBezTo>
                  <a:cubicBezTo>
                    <a:pt x="897" y="333"/>
                    <a:pt x="850" y="218"/>
                    <a:pt x="766" y="131"/>
                  </a:cubicBezTo>
                  <a:cubicBezTo>
                    <a:pt x="685" y="50"/>
                    <a:pt x="565" y="1"/>
                    <a:pt x="4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17" name="Google Shape;1417;p49"/>
          <p:cNvGrpSpPr/>
          <p:nvPr/>
        </p:nvGrpSpPr>
        <p:grpSpPr>
          <a:xfrm>
            <a:off x="6557715" y="720401"/>
            <a:ext cx="481400" cy="430553"/>
            <a:chOff x="1780177" y="3739933"/>
            <a:chExt cx="361050" cy="322915"/>
          </a:xfrm>
        </p:grpSpPr>
        <p:sp>
          <p:nvSpPr>
            <p:cNvPr id="1418" name="Google Shape;1418;p49"/>
            <p:cNvSpPr/>
            <p:nvPr/>
          </p:nvSpPr>
          <p:spPr>
            <a:xfrm>
              <a:off x="1780177" y="3867631"/>
              <a:ext cx="360960" cy="195217"/>
            </a:xfrm>
            <a:custGeom>
              <a:avLst/>
              <a:gdLst/>
              <a:ahLst/>
              <a:cxnLst/>
              <a:rect l="l" t="t" r="r" b="b"/>
              <a:pathLst>
                <a:path w="22889" h="12379" extrusionOk="0">
                  <a:moveTo>
                    <a:pt x="11451" y="894"/>
                  </a:moveTo>
                  <a:cubicBezTo>
                    <a:pt x="12523" y="894"/>
                    <a:pt x="13522" y="1124"/>
                    <a:pt x="14264" y="1548"/>
                  </a:cubicBezTo>
                  <a:cubicBezTo>
                    <a:pt x="14928" y="1922"/>
                    <a:pt x="15295" y="2398"/>
                    <a:pt x="15295" y="2876"/>
                  </a:cubicBezTo>
                  <a:cubicBezTo>
                    <a:pt x="15295" y="3358"/>
                    <a:pt x="14928" y="3831"/>
                    <a:pt x="14264" y="4207"/>
                  </a:cubicBezTo>
                  <a:cubicBezTo>
                    <a:pt x="13969" y="4377"/>
                    <a:pt x="13629" y="4513"/>
                    <a:pt x="13258" y="4621"/>
                  </a:cubicBezTo>
                  <a:lnTo>
                    <a:pt x="13229" y="4628"/>
                  </a:lnTo>
                  <a:cubicBezTo>
                    <a:pt x="12688" y="4780"/>
                    <a:pt x="12081" y="4861"/>
                    <a:pt x="11451" y="4861"/>
                  </a:cubicBezTo>
                  <a:cubicBezTo>
                    <a:pt x="10379" y="4861"/>
                    <a:pt x="9382" y="4628"/>
                    <a:pt x="8637" y="4207"/>
                  </a:cubicBezTo>
                  <a:cubicBezTo>
                    <a:pt x="7973" y="3831"/>
                    <a:pt x="7607" y="3358"/>
                    <a:pt x="7607" y="2876"/>
                  </a:cubicBezTo>
                  <a:cubicBezTo>
                    <a:pt x="7607" y="2398"/>
                    <a:pt x="7973" y="1922"/>
                    <a:pt x="8637" y="1548"/>
                  </a:cubicBezTo>
                  <a:cubicBezTo>
                    <a:pt x="9382" y="1124"/>
                    <a:pt x="10384" y="894"/>
                    <a:pt x="11451" y="894"/>
                  </a:cubicBezTo>
                  <a:close/>
                  <a:moveTo>
                    <a:pt x="2623" y="5486"/>
                  </a:moveTo>
                  <a:cubicBezTo>
                    <a:pt x="3674" y="5486"/>
                    <a:pt x="4346" y="5949"/>
                    <a:pt x="4346" y="6268"/>
                  </a:cubicBezTo>
                  <a:cubicBezTo>
                    <a:pt x="4346" y="6587"/>
                    <a:pt x="3674" y="7047"/>
                    <a:pt x="2623" y="7047"/>
                  </a:cubicBezTo>
                  <a:cubicBezTo>
                    <a:pt x="1572" y="7047"/>
                    <a:pt x="900" y="6584"/>
                    <a:pt x="900" y="6268"/>
                  </a:cubicBezTo>
                  <a:cubicBezTo>
                    <a:pt x="900" y="5949"/>
                    <a:pt x="1574" y="5486"/>
                    <a:pt x="2623" y="5486"/>
                  </a:cubicBezTo>
                  <a:close/>
                  <a:moveTo>
                    <a:pt x="20271" y="5486"/>
                  </a:moveTo>
                  <a:cubicBezTo>
                    <a:pt x="21322" y="5486"/>
                    <a:pt x="21994" y="5949"/>
                    <a:pt x="21994" y="6268"/>
                  </a:cubicBezTo>
                  <a:cubicBezTo>
                    <a:pt x="21994" y="6587"/>
                    <a:pt x="21322" y="7047"/>
                    <a:pt x="20271" y="7047"/>
                  </a:cubicBezTo>
                  <a:cubicBezTo>
                    <a:pt x="19217" y="7047"/>
                    <a:pt x="18547" y="6584"/>
                    <a:pt x="18547" y="6268"/>
                  </a:cubicBezTo>
                  <a:cubicBezTo>
                    <a:pt x="18547" y="5949"/>
                    <a:pt x="19217" y="5486"/>
                    <a:pt x="20271" y="5486"/>
                  </a:cubicBezTo>
                  <a:close/>
                  <a:moveTo>
                    <a:pt x="7596" y="4571"/>
                  </a:moveTo>
                  <a:cubicBezTo>
                    <a:pt x="8451" y="5293"/>
                    <a:pt x="9848" y="5758"/>
                    <a:pt x="11453" y="5758"/>
                  </a:cubicBezTo>
                  <a:cubicBezTo>
                    <a:pt x="11971" y="5758"/>
                    <a:pt x="12465" y="5708"/>
                    <a:pt x="12925" y="5619"/>
                  </a:cubicBezTo>
                  <a:lnTo>
                    <a:pt x="12925" y="6600"/>
                  </a:lnTo>
                  <a:cubicBezTo>
                    <a:pt x="12925" y="6848"/>
                    <a:pt x="13124" y="7047"/>
                    <a:pt x="13373" y="7047"/>
                  </a:cubicBezTo>
                  <a:cubicBezTo>
                    <a:pt x="13621" y="7047"/>
                    <a:pt x="13820" y="6848"/>
                    <a:pt x="13820" y="6600"/>
                  </a:cubicBezTo>
                  <a:lnTo>
                    <a:pt x="13820" y="5384"/>
                  </a:lnTo>
                  <a:cubicBezTo>
                    <a:pt x="14405" y="5185"/>
                    <a:pt x="14913" y="4911"/>
                    <a:pt x="15302" y="4579"/>
                  </a:cubicBezTo>
                  <a:lnTo>
                    <a:pt x="15302" y="5669"/>
                  </a:lnTo>
                  <a:cubicBezTo>
                    <a:pt x="15302" y="6799"/>
                    <a:pt x="15580" y="7910"/>
                    <a:pt x="16108" y="8909"/>
                  </a:cubicBezTo>
                  <a:lnTo>
                    <a:pt x="14829" y="8394"/>
                  </a:lnTo>
                  <a:cubicBezTo>
                    <a:pt x="14508" y="8266"/>
                    <a:pt x="14173" y="8203"/>
                    <a:pt x="13841" y="8203"/>
                  </a:cubicBezTo>
                  <a:cubicBezTo>
                    <a:pt x="13150" y="8203"/>
                    <a:pt x="12473" y="8473"/>
                    <a:pt x="11966" y="8982"/>
                  </a:cubicBezTo>
                  <a:lnTo>
                    <a:pt x="11628" y="9322"/>
                  </a:lnTo>
                  <a:cubicBezTo>
                    <a:pt x="11579" y="9372"/>
                    <a:pt x="11515" y="9397"/>
                    <a:pt x="11451" y="9397"/>
                  </a:cubicBezTo>
                  <a:cubicBezTo>
                    <a:pt x="11387" y="9397"/>
                    <a:pt x="11324" y="9372"/>
                    <a:pt x="11275" y="9322"/>
                  </a:cubicBezTo>
                  <a:lnTo>
                    <a:pt x="10930" y="8982"/>
                  </a:lnTo>
                  <a:cubicBezTo>
                    <a:pt x="10423" y="8473"/>
                    <a:pt x="9746" y="8203"/>
                    <a:pt x="9056" y="8203"/>
                  </a:cubicBezTo>
                  <a:cubicBezTo>
                    <a:pt x="8724" y="8203"/>
                    <a:pt x="8389" y="8266"/>
                    <a:pt x="8070" y="8394"/>
                  </a:cubicBezTo>
                  <a:lnTo>
                    <a:pt x="6791" y="8909"/>
                  </a:lnTo>
                  <a:cubicBezTo>
                    <a:pt x="7319" y="7915"/>
                    <a:pt x="7596" y="6804"/>
                    <a:pt x="7596" y="5672"/>
                  </a:cubicBezTo>
                  <a:lnTo>
                    <a:pt x="7596" y="4571"/>
                  </a:lnTo>
                  <a:close/>
                  <a:moveTo>
                    <a:pt x="4351" y="7541"/>
                  </a:moveTo>
                  <a:lnTo>
                    <a:pt x="4351" y="8585"/>
                  </a:lnTo>
                  <a:cubicBezTo>
                    <a:pt x="3107" y="9199"/>
                    <a:pt x="1953" y="9973"/>
                    <a:pt x="900" y="10901"/>
                  </a:cubicBezTo>
                  <a:lnTo>
                    <a:pt x="900" y="7544"/>
                  </a:lnTo>
                  <a:cubicBezTo>
                    <a:pt x="1370" y="7803"/>
                    <a:pt x="1982" y="7947"/>
                    <a:pt x="2623" y="7947"/>
                  </a:cubicBezTo>
                  <a:cubicBezTo>
                    <a:pt x="3266" y="7947"/>
                    <a:pt x="3878" y="7803"/>
                    <a:pt x="4351" y="7541"/>
                  </a:cubicBezTo>
                  <a:close/>
                  <a:moveTo>
                    <a:pt x="18542" y="7541"/>
                  </a:moveTo>
                  <a:cubicBezTo>
                    <a:pt x="19016" y="7803"/>
                    <a:pt x="19625" y="7947"/>
                    <a:pt x="20271" y="7947"/>
                  </a:cubicBezTo>
                  <a:cubicBezTo>
                    <a:pt x="20911" y="7947"/>
                    <a:pt x="21523" y="7803"/>
                    <a:pt x="21994" y="7544"/>
                  </a:cubicBezTo>
                  <a:lnTo>
                    <a:pt x="21994" y="10901"/>
                  </a:lnTo>
                  <a:cubicBezTo>
                    <a:pt x="20940" y="9973"/>
                    <a:pt x="19787" y="9199"/>
                    <a:pt x="18542" y="8585"/>
                  </a:cubicBezTo>
                  <a:lnTo>
                    <a:pt x="18542" y="7541"/>
                  </a:lnTo>
                  <a:close/>
                  <a:moveTo>
                    <a:pt x="11451" y="0"/>
                  </a:moveTo>
                  <a:cubicBezTo>
                    <a:pt x="8857" y="0"/>
                    <a:pt x="6809" y="1208"/>
                    <a:pt x="6715" y="2767"/>
                  </a:cubicBezTo>
                  <a:cubicBezTo>
                    <a:pt x="6705" y="2803"/>
                    <a:pt x="6699" y="2842"/>
                    <a:pt x="6699" y="2882"/>
                  </a:cubicBezTo>
                  <a:lnTo>
                    <a:pt x="6699" y="5672"/>
                  </a:lnTo>
                  <a:cubicBezTo>
                    <a:pt x="6699" y="6391"/>
                    <a:pt x="6569" y="7105"/>
                    <a:pt x="6320" y="7774"/>
                  </a:cubicBezTo>
                  <a:cubicBezTo>
                    <a:pt x="5954" y="7897"/>
                    <a:pt x="5599" y="8033"/>
                    <a:pt x="5243" y="8179"/>
                  </a:cubicBezTo>
                  <a:lnTo>
                    <a:pt x="5243" y="6271"/>
                  </a:lnTo>
                  <a:cubicBezTo>
                    <a:pt x="5243" y="6237"/>
                    <a:pt x="5240" y="6208"/>
                    <a:pt x="5235" y="6179"/>
                  </a:cubicBezTo>
                  <a:cubicBezTo>
                    <a:pt x="5198" y="5719"/>
                    <a:pt x="4898" y="5306"/>
                    <a:pt x="4375" y="5013"/>
                  </a:cubicBezTo>
                  <a:cubicBezTo>
                    <a:pt x="3896" y="4743"/>
                    <a:pt x="3277" y="4594"/>
                    <a:pt x="2620" y="4594"/>
                  </a:cubicBezTo>
                  <a:cubicBezTo>
                    <a:pt x="1961" y="4594"/>
                    <a:pt x="1341" y="4741"/>
                    <a:pt x="863" y="5013"/>
                  </a:cubicBezTo>
                  <a:cubicBezTo>
                    <a:pt x="309" y="5327"/>
                    <a:pt x="0" y="5774"/>
                    <a:pt x="0" y="6271"/>
                  </a:cubicBezTo>
                  <a:lnTo>
                    <a:pt x="0" y="11932"/>
                  </a:lnTo>
                  <a:cubicBezTo>
                    <a:pt x="0" y="12047"/>
                    <a:pt x="45" y="12159"/>
                    <a:pt x="131" y="12248"/>
                  </a:cubicBezTo>
                  <a:cubicBezTo>
                    <a:pt x="220" y="12337"/>
                    <a:pt x="335" y="12379"/>
                    <a:pt x="450" y="12379"/>
                  </a:cubicBezTo>
                  <a:cubicBezTo>
                    <a:pt x="562" y="12379"/>
                    <a:pt x="677" y="12337"/>
                    <a:pt x="766" y="12248"/>
                  </a:cubicBezTo>
                  <a:cubicBezTo>
                    <a:pt x="2215" y="10799"/>
                    <a:pt x="3888" y="9688"/>
                    <a:pt x="5750" y="8935"/>
                  </a:cubicBezTo>
                  <a:lnTo>
                    <a:pt x="5750" y="8935"/>
                  </a:lnTo>
                  <a:cubicBezTo>
                    <a:pt x="5656" y="9186"/>
                    <a:pt x="5701" y="9474"/>
                    <a:pt x="5878" y="9683"/>
                  </a:cubicBezTo>
                  <a:cubicBezTo>
                    <a:pt x="6024" y="9854"/>
                    <a:pt x="6233" y="9946"/>
                    <a:pt x="6447" y="9946"/>
                  </a:cubicBezTo>
                  <a:cubicBezTo>
                    <a:pt x="6541" y="9946"/>
                    <a:pt x="6637" y="9929"/>
                    <a:pt x="6728" y="9892"/>
                  </a:cubicBezTo>
                  <a:lnTo>
                    <a:pt x="8391" y="9225"/>
                  </a:lnTo>
                  <a:cubicBezTo>
                    <a:pt x="8604" y="9140"/>
                    <a:pt x="8827" y="9099"/>
                    <a:pt x="9047" y="9099"/>
                  </a:cubicBezTo>
                  <a:cubicBezTo>
                    <a:pt x="9505" y="9099"/>
                    <a:pt x="9955" y="9277"/>
                    <a:pt x="10295" y="9618"/>
                  </a:cubicBezTo>
                  <a:lnTo>
                    <a:pt x="10640" y="9960"/>
                  </a:lnTo>
                  <a:cubicBezTo>
                    <a:pt x="10862" y="10180"/>
                    <a:pt x="11153" y="10290"/>
                    <a:pt x="11445" y="10290"/>
                  </a:cubicBezTo>
                  <a:cubicBezTo>
                    <a:pt x="11738" y="10290"/>
                    <a:pt x="12034" y="10180"/>
                    <a:pt x="12256" y="9955"/>
                  </a:cubicBezTo>
                  <a:lnTo>
                    <a:pt x="12591" y="9615"/>
                  </a:lnTo>
                  <a:cubicBezTo>
                    <a:pt x="12926" y="9277"/>
                    <a:pt x="13376" y="9097"/>
                    <a:pt x="13834" y="9097"/>
                  </a:cubicBezTo>
                  <a:cubicBezTo>
                    <a:pt x="14055" y="9097"/>
                    <a:pt x="14279" y="9139"/>
                    <a:pt x="14492" y="9225"/>
                  </a:cubicBezTo>
                  <a:lnTo>
                    <a:pt x="16134" y="9884"/>
                  </a:lnTo>
                  <a:cubicBezTo>
                    <a:pt x="16229" y="9923"/>
                    <a:pt x="16326" y="9941"/>
                    <a:pt x="16422" y="9941"/>
                  </a:cubicBezTo>
                  <a:cubicBezTo>
                    <a:pt x="16638" y="9941"/>
                    <a:pt x="16846" y="9847"/>
                    <a:pt x="16994" y="9672"/>
                  </a:cubicBezTo>
                  <a:cubicBezTo>
                    <a:pt x="17172" y="9463"/>
                    <a:pt x="17222" y="9183"/>
                    <a:pt x="17128" y="8930"/>
                  </a:cubicBezTo>
                  <a:lnTo>
                    <a:pt x="17128" y="8930"/>
                  </a:lnTo>
                  <a:cubicBezTo>
                    <a:pt x="18995" y="9686"/>
                    <a:pt x="20671" y="10797"/>
                    <a:pt x="22119" y="12246"/>
                  </a:cubicBezTo>
                  <a:cubicBezTo>
                    <a:pt x="22208" y="12334"/>
                    <a:pt x="22323" y="12376"/>
                    <a:pt x="22436" y="12376"/>
                  </a:cubicBezTo>
                  <a:cubicBezTo>
                    <a:pt x="22551" y="12376"/>
                    <a:pt x="22666" y="12334"/>
                    <a:pt x="22755" y="12246"/>
                  </a:cubicBezTo>
                  <a:cubicBezTo>
                    <a:pt x="22844" y="12159"/>
                    <a:pt x="22888" y="12047"/>
                    <a:pt x="22888" y="11932"/>
                  </a:cubicBezTo>
                  <a:lnTo>
                    <a:pt x="22888" y="6271"/>
                  </a:lnTo>
                  <a:cubicBezTo>
                    <a:pt x="22888" y="5774"/>
                    <a:pt x="22582" y="5329"/>
                    <a:pt x="22025" y="5013"/>
                  </a:cubicBezTo>
                  <a:cubicBezTo>
                    <a:pt x="21549" y="4743"/>
                    <a:pt x="20927" y="4594"/>
                    <a:pt x="20271" y="4594"/>
                  </a:cubicBezTo>
                  <a:cubicBezTo>
                    <a:pt x="19614" y="4594"/>
                    <a:pt x="18992" y="4741"/>
                    <a:pt x="18516" y="5013"/>
                  </a:cubicBezTo>
                  <a:cubicBezTo>
                    <a:pt x="17993" y="5306"/>
                    <a:pt x="17692" y="5719"/>
                    <a:pt x="17656" y="6179"/>
                  </a:cubicBezTo>
                  <a:cubicBezTo>
                    <a:pt x="17648" y="6208"/>
                    <a:pt x="17645" y="6237"/>
                    <a:pt x="17645" y="6271"/>
                  </a:cubicBezTo>
                  <a:lnTo>
                    <a:pt x="17645" y="8179"/>
                  </a:lnTo>
                  <a:cubicBezTo>
                    <a:pt x="17292" y="8033"/>
                    <a:pt x="16937" y="7897"/>
                    <a:pt x="16571" y="7774"/>
                  </a:cubicBezTo>
                  <a:cubicBezTo>
                    <a:pt x="16320" y="7105"/>
                    <a:pt x="16191" y="6391"/>
                    <a:pt x="16191" y="5672"/>
                  </a:cubicBezTo>
                  <a:lnTo>
                    <a:pt x="16191" y="2882"/>
                  </a:lnTo>
                  <a:cubicBezTo>
                    <a:pt x="16191" y="1266"/>
                    <a:pt x="14110" y="0"/>
                    <a:pt x="114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1918671" y="3892827"/>
              <a:ext cx="84417" cy="40355"/>
            </a:xfrm>
            <a:custGeom>
              <a:avLst/>
              <a:gdLst/>
              <a:ahLst/>
              <a:cxnLst/>
              <a:rect l="l" t="t" r="r" b="b"/>
              <a:pathLst>
                <a:path w="5353" h="2559" extrusionOk="0">
                  <a:moveTo>
                    <a:pt x="2678" y="898"/>
                  </a:moveTo>
                  <a:cubicBezTo>
                    <a:pt x="3651" y="898"/>
                    <a:pt x="4252" y="1141"/>
                    <a:pt x="4425" y="1279"/>
                  </a:cubicBezTo>
                  <a:cubicBezTo>
                    <a:pt x="4252" y="1423"/>
                    <a:pt x="3653" y="1664"/>
                    <a:pt x="2678" y="1664"/>
                  </a:cubicBezTo>
                  <a:cubicBezTo>
                    <a:pt x="1703" y="1664"/>
                    <a:pt x="1101" y="1421"/>
                    <a:pt x="929" y="1279"/>
                  </a:cubicBezTo>
                  <a:cubicBezTo>
                    <a:pt x="1101" y="1136"/>
                    <a:pt x="1700" y="898"/>
                    <a:pt x="2678" y="898"/>
                  </a:cubicBezTo>
                  <a:close/>
                  <a:moveTo>
                    <a:pt x="2678" y="1"/>
                  </a:moveTo>
                  <a:cubicBezTo>
                    <a:pt x="1389" y="1"/>
                    <a:pt x="0" y="401"/>
                    <a:pt x="0" y="1279"/>
                  </a:cubicBezTo>
                  <a:cubicBezTo>
                    <a:pt x="0" y="2161"/>
                    <a:pt x="1386" y="2558"/>
                    <a:pt x="2678" y="2558"/>
                  </a:cubicBezTo>
                  <a:cubicBezTo>
                    <a:pt x="3964" y="2558"/>
                    <a:pt x="5353" y="2161"/>
                    <a:pt x="5353" y="1279"/>
                  </a:cubicBezTo>
                  <a:cubicBezTo>
                    <a:pt x="5353" y="401"/>
                    <a:pt x="3967" y="1"/>
                    <a:pt x="26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1780209" y="3757840"/>
              <a:ext cx="167446" cy="102947"/>
            </a:xfrm>
            <a:custGeom>
              <a:avLst/>
              <a:gdLst/>
              <a:ahLst/>
              <a:cxnLst/>
              <a:rect l="l" t="t" r="r" b="b"/>
              <a:pathLst>
                <a:path w="10618" h="6528" extrusionOk="0">
                  <a:moveTo>
                    <a:pt x="5312" y="898"/>
                  </a:moveTo>
                  <a:cubicBezTo>
                    <a:pt x="6357" y="898"/>
                    <a:pt x="7291" y="1596"/>
                    <a:pt x="7586" y="2603"/>
                  </a:cubicBezTo>
                  <a:cubicBezTo>
                    <a:pt x="7644" y="2797"/>
                    <a:pt x="7820" y="2924"/>
                    <a:pt x="8016" y="2924"/>
                  </a:cubicBezTo>
                  <a:cubicBezTo>
                    <a:pt x="8043" y="2924"/>
                    <a:pt x="8071" y="2922"/>
                    <a:pt x="8099" y="2916"/>
                  </a:cubicBezTo>
                  <a:cubicBezTo>
                    <a:pt x="8183" y="2901"/>
                    <a:pt x="8269" y="2893"/>
                    <a:pt x="8355" y="2893"/>
                  </a:cubicBezTo>
                  <a:cubicBezTo>
                    <a:pt x="9108" y="2893"/>
                    <a:pt x="9723" y="3507"/>
                    <a:pt x="9723" y="4263"/>
                  </a:cubicBezTo>
                  <a:cubicBezTo>
                    <a:pt x="9723" y="5019"/>
                    <a:pt x="9108" y="5633"/>
                    <a:pt x="8355" y="5633"/>
                  </a:cubicBezTo>
                  <a:lnTo>
                    <a:pt x="1797" y="5633"/>
                  </a:lnTo>
                  <a:cubicBezTo>
                    <a:pt x="1303" y="5633"/>
                    <a:pt x="903" y="5231"/>
                    <a:pt x="903" y="4736"/>
                  </a:cubicBezTo>
                  <a:cubicBezTo>
                    <a:pt x="898" y="4245"/>
                    <a:pt x="1300" y="3842"/>
                    <a:pt x="1794" y="3842"/>
                  </a:cubicBezTo>
                  <a:cubicBezTo>
                    <a:pt x="1964" y="3842"/>
                    <a:pt x="2132" y="3892"/>
                    <a:pt x="2276" y="3983"/>
                  </a:cubicBezTo>
                  <a:cubicBezTo>
                    <a:pt x="2349" y="4029"/>
                    <a:pt x="2433" y="4053"/>
                    <a:pt x="2516" y="4053"/>
                  </a:cubicBezTo>
                  <a:cubicBezTo>
                    <a:pt x="2598" y="4053"/>
                    <a:pt x="2680" y="4030"/>
                    <a:pt x="2752" y="3983"/>
                  </a:cubicBezTo>
                  <a:cubicBezTo>
                    <a:pt x="2898" y="3892"/>
                    <a:pt x="2976" y="3722"/>
                    <a:pt x="2958" y="3552"/>
                  </a:cubicBezTo>
                  <a:cubicBezTo>
                    <a:pt x="2948" y="3455"/>
                    <a:pt x="2942" y="3361"/>
                    <a:pt x="2942" y="3267"/>
                  </a:cubicBezTo>
                  <a:cubicBezTo>
                    <a:pt x="2942" y="1959"/>
                    <a:pt x="4004" y="898"/>
                    <a:pt x="5312" y="898"/>
                  </a:cubicBezTo>
                  <a:close/>
                  <a:moveTo>
                    <a:pt x="5309" y="1"/>
                  </a:moveTo>
                  <a:cubicBezTo>
                    <a:pt x="3609" y="1"/>
                    <a:pt x="2210" y="1306"/>
                    <a:pt x="2059" y="2966"/>
                  </a:cubicBezTo>
                  <a:cubicBezTo>
                    <a:pt x="1970" y="2953"/>
                    <a:pt x="1883" y="2945"/>
                    <a:pt x="1792" y="2945"/>
                  </a:cubicBezTo>
                  <a:cubicBezTo>
                    <a:pt x="803" y="2945"/>
                    <a:pt x="1" y="3751"/>
                    <a:pt x="1" y="4736"/>
                  </a:cubicBezTo>
                  <a:cubicBezTo>
                    <a:pt x="6" y="5727"/>
                    <a:pt x="806" y="6528"/>
                    <a:pt x="1794" y="6528"/>
                  </a:cubicBezTo>
                  <a:lnTo>
                    <a:pt x="8350" y="6528"/>
                  </a:lnTo>
                  <a:cubicBezTo>
                    <a:pt x="9600" y="6528"/>
                    <a:pt x="10617" y="5513"/>
                    <a:pt x="10617" y="4263"/>
                  </a:cubicBezTo>
                  <a:cubicBezTo>
                    <a:pt x="10617" y="3016"/>
                    <a:pt x="9600" y="1999"/>
                    <a:pt x="8350" y="1999"/>
                  </a:cubicBezTo>
                  <a:lnTo>
                    <a:pt x="8316" y="1999"/>
                  </a:lnTo>
                  <a:cubicBezTo>
                    <a:pt x="7811" y="806"/>
                    <a:pt x="6624" y="1"/>
                    <a:pt x="5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1792752" y="3872143"/>
              <a:ext cx="30657" cy="29222"/>
            </a:xfrm>
            <a:custGeom>
              <a:avLst/>
              <a:gdLst/>
              <a:ahLst/>
              <a:cxnLst/>
              <a:rect l="l" t="t" r="r" b="b"/>
              <a:pathLst>
                <a:path w="1944" h="1853" extrusionOk="0">
                  <a:moveTo>
                    <a:pt x="1452" y="0"/>
                  </a:moveTo>
                  <a:cubicBezTo>
                    <a:pt x="1337" y="0"/>
                    <a:pt x="1223" y="43"/>
                    <a:pt x="1135" y="130"/>
                  </a:cubicBezTo>
                  <a:lnTo>
                    <a:pt x="176" y="1089"/>
                  </a:lnTo>
                  <a:cubicBezTo>
                    <a:pt x="1" y="1265"/>
                    <a:pt x="1" y="1547"/>
                    <a:pt x="176" y="1722"/>
                  </a:cubicBezTo>
                  <a:cubicBezTo>
                    <a:pt x="262" y="1809"/>
                    <a:pt x="377" y="1853"/>
                    <a:pt x="492" y="1853"/>
                  </a:cubicBezTo>
                  <a:cubicBezTo>
                    <a:pt x="607" y="1853"/>
                    <a:pt x="720" y="1809"/>
                    <a:pt x="809" y="1722"/>
                  </a:cubicBezTo>
                  <a:lnTo>
                    <a:pt x="1771" y="760"/>
                  </a:lnTo>
                  <a:cubicBezTo>
                    <a:pt x="1943" y="587"/>
                    <a:pt x="1943" y="305"/>
                    <a:pt x="1768" y="130"/>
                  </a:cubicBezTo>
                  <a:cubicBezTo>
                    <a:pt x="1681" y="43"/>
                    <a:pt x="1566" y="0"/>
                    <a:pt x="14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1813136" y="3883945"/>
              <a:ext cx="44960" cy="43620"/>
            </a:xfrm>
            <a:custGeom>
              <a:avLst/>
              <a:gdLst/>
              <a:ahLst/>
              <a:cxnLst/>
              <a:rect l="l" t="t" r="r" b="b"/>
              <a:pathLst>
                <a:path w="2851" h="2766" extrusionOk="0">
                  <a:moveTo>
                    <a:pt x="2363" y="0"/>
                  </a:moveTo>
                  <a:cubicBezTo>
                    <a:pt x="2249" y="0"/>
                    <a:pt x="2134" y="43"/>
                    <a:pt x="2048" y="130"/>
                  </a:cubicBezTo>
                  <a:lnTo>
                    <a:pt x="176" y="2005"/>
                  </a:lnTo>
                  <a:cubicBezTo>
                    <a:pt x="0" y="2177"/>
                    <a:pt x="0" y="2462"/>
                    <a:pt x="176" y="2635"/>
                  </a:cubicBezTo>
                  <a:cubicBezTo>
                    <a:pt x="259" y="2718"/>
                    <a:pt x="374" y="2765"/>
                    <a:pt x="489" y="2765"/>
                  </a:cubicBezTo>
                  <a:cubicBezTo>
                    <a:pt x="602" y="2765"/>
                    <a:pt x="717" y="2724"/>
                    <a:pt x="806" y="2635"/>
                  </a:cubicBezTo>
                  <a:lnTo>
                    <a:pt x="2678" y="762"/>
                  </a:lnTo>
                  <a:cubicBezTo>
                    <a:pt x="2851" y="587"/>
                    <a:pt x="2851" y="305"/>
                    <a:pt x="2678" y="130"/>
                  </a:cubicBezTo>
                  <a:cubicBezTo>
                    <a:pt x="2592" y="43"/>
                    <a:pt x="2477" y="0"/>
                    <a:pt x="23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1973782" y="3739933"/>
              <a:ext cx="167446" cy="102947"/>
            </a:xfrm>
            <a:custGeom>
              <a:avLst/>
              <a:gdLst/>
              <a:ahLst/>
              <a:cxnLst/>
              <a:rect l="l" t="t" r="r" b="b"/>
              <a:pathLst>
                <a:path w="10618" h="6528" extrusionOk="0">
                  <a:moveTo>
                    <a:pt x="5312" y="898"/>
                  </a:moveTo>
                  <a:cubicBezTo>
                    <a:pt x="6358" y="898"/>
                    <a:pt x="7294" y="1601"/>
                    <a:pt x="7587" y="2603"/>
                  </a:cubicBezTo>
                  <a:cubicBezTo>
                    <a:pt x="7644" y="2797"/>
                    <a:pt x="7818" y="2925"/>
                    <a:pt x="8015" y="2925"/>
                  </a:cubicBezTo>
                  <a:cubicBezTo>
                    <a:pt x="8043" y="2925"/>
                    <a:pt x="8072" y="2922"/>
                    <a:pt x="8102" y="2917"/>
                  </a:cubicBezTo>
                  <a:cubicBezTo>
                    <a:pt x="8185" y="2901"/>
                    <a:pt x="8269" y="2896"/>
                    <a:pt x="8355" y="2896"/>
                  </a:cubicBezTo>
                  <a:cubicBezTo>
                    <a:pt x="9111" y="2896"/>
                    <a:pt x="9726" y="3510"/>
                    <a:pt x="9726" y="4263"/>
                  </a:cubicBezTo>
                  <a:cubicBezTo>
                    <a:pt x="9726" y="5019"/>
                    <a:pt x="9111" y="5633"/>
                    <a:pt x="8355" y="5633"/>
                  </a:cubicBezTo>
                  <a:lnTo>
                    <a:pt x="1800" y="5633"/>
                  </a:lnTo>
                  <a:cubicBezTo>
                    <a:pt x="1306" y="5633"/>
                    <a:pt x="903" y="5231"/>
                    <a:pt x="903" y="4739"/>
                  </a:cubicBezTo>
                  <a:cubicBezTo>
                    <a:pt x="900" y="4245"/>
                    <a:pt x="1303" y="3842"/>
                    <a:pt x="1795" y="3842"/>
                  </a:cubicBezTo>
                  <a:cubicBezTo>
                    <a:pt x="1965" y="3842"/>
                    <a:pt x="2132" y="3892"/>
                    <a:pt x="2276" y="3983"/>
                  </a:cubicBezTo>
                  <a:cubicBezTo>
                    <a:pt x="2349" y="4029"/>
                    <a:pt x="2434" y="4053"/>
                    <a:pt x="2518" y="4053"/>
                  </a:cubicBezTo>
                  <a:cubicBezTo>
                    <a:pt x="2600" y="4053"/>
                    <a:pt x="2683" y="4030"/>
                    <a:pt x="2754" y="3983"/>
                  </a:cubicBezTo>
                  <a:cubicBezTo>
                    <a:pt x="2901" y="3892"/>
                    <a:pt x="2979" y="3722"/>
                    <a:pt x="2958" y="3552"/>
                  </a:cubicBezTo>
                  <a:cubicBezTo>
                    <a:pt x="2950" y="3458"/>
                    <a:pt x="2942" y="3358"/>
                    <a:pt x="2942" y="3267"/>
                  </a:cubicBezTo>
                  <a:cubicBezTo>
                    <a:pt x="2942" y="1959"/>
                    <a:pt x="4004" y="898"/>
                    <a:pt x="5312" y="898"/>
                  </a:cubicBezTo>
                  <a:close/>
                  <a:moveTo>
                    <a:pt x="5309" y="1"/>
                  </a:moveTo>
                  <a:cubicBezTo>
                    <a:pt x="3609" y="1"/>
                    <a:pt x="2210" y="1306"/>
                    <a:pt x="2061" y="2966"/>
                  </a:cubicBezTo>
                  <a:cubicBezTo>
                    <a:pt x="1972" y="2953"/>
                    <a:pt x="1883" y="2945"/>
                    <a:pt x="1792" y="2945"/>
                  </a:cubicBezTo>
                  <a:cubicBezTo>
                    <a:pt x="806" y="2945"/>
                    <a:pt x="1" y="3751"/>
                    <a:pt x="1" y="4736"/>
                  </a:cubicBezTo>
                  <a:cubicBezTo>
                    <a:pt x="3" y="5725"/>
                    <a:pt x="809" y="6528"/>
                    <a:pt x="1795" y="6528"/>
                  </a:cubicBezTo>
                  <a:lnTo>
                    <a:pt x="8353" y="6528"/>
                  </a:lnTo>
                  <a:cubicBezTo>
                    <a:pt x="9600" y="6528"/>
                    <a:pt x="10617" y="5513"/>
                    <a:pt x="10617" y="4263"/>
                  </a:cubicBezTo>
                  <a:cubicBezTo>
                    <a:pt x="10617" y="3016"/>
                    <a:pt x="9600" y="1999"/>
                    <a:pt x="8353" y="1999"/>
                  </a:cubicBezTo>
                  <a:lnTo>
                    <a:pt x="8316" y="1999"/>
                  </a:lnTo>
                  <a:cubicBezTo>
                    <a:pt x="7814" y="806"/>
                    <a:pt x="6627" y="1"/>
                    <a:pt x="5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2036244" y="3851507"/>
              <a:ext cx="30578" cy="29238"/>
            </a:xfrm>
            <a:custGeom>
              <a:avLst/>
              <a:gdLst/>
              <a:ahLst/>
              <a:cxnLst/>
              <a:rect l="l" t="t" r="r" b="b"/>
              <a:pathLst>
                <a:path w="1939" h="1854" extrusionOk="0">
                  <a:moveTo>
                    <a:pt x="1451" y="1"/>
                  </a:moveTo>
                  <a:cubicBezTo>
                    <a:pt x="1336" y="1"/>
                    <a:pt x="1222" y="44"/>
                    <a:pt x="1136" y="130"/>
                  </a:cubicBezTo>
                  <a:lnTo>
                    <a:pt x="173" y="1090"/>
                  </a:lnTo>
                  <a:cubicBezTo>
                    <a:pt x="1" y="1265"/>
                    <a:pt x="1" y="1548"/>
                    <a:pt x="173" y="1723"/>
                  </a:cubicBezTo>
                  <a:cubicBezTo>
                    <a:pt x="262" y="1809"/>
                    <a:pt x="375" y="1854"/>
                    <a:pt x="490" y="1854"/>
                  </a:cubicBezTo>
                  <a:cubicBezTo>
                    <a:pt x="605" y="1854"/>
                    <a:pt x="720" y="1809"/>
                    <a:pt x="806" y="1723"/>
                  </a:cubicBezTo>
                  <a:lnTo>
                    <a:pt x="1768" y="761"/>
                  </a:lnTo>
                  <a:cubicBezTo>
                    <a:pt x="1938" y="588"/>
                    <a:pt x="1938" y="303"/>
                    <a:pt x="1766" y="130"/>
                  </a:cubicBezTo>
                  <a:cubicBezTo>
                    <a:pt x="1679" y="44"/>
                    <a:pt x="1565" y="1"/>
                    <a:pt x="14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2075278" y="3853621"/>
              <a:ext cx="35893" cy="34505"/>
            </a:xfrm>
            <a:custGeom>
              <a:avLst/>
              <a:gdLst/>
              <a:ahLst/>
              <a:cxnLst/>
              <a:rect l="l" t="t" r="r" b="b"/>
              <a:pathLst>
                <a:path w="2276" h="2188" extrusionOk="0">
                  <a:moveTo>
                    <a:pt x="1785" y="0"/>
                  </a:moveTo>
                  <a:cubicBezTo>
                    <a:pt x="1671" y="0"/>
                    <a:pt x="1556" y="43"/>
                    <a:pt x="1467" y="130"/>
                  </a:cubicBezTo>
                  <a:lnTo>
                    <a:pt x="173" y="1424"/>
                  </a:lnTo>
                  <a:cubicBezTo>
                    <a:pt x="0" y="1599"/>
                    <a:pt x="0" y="1882"/>
                    <a:pt x="173" y="2057"/>
                  </a:cubicBezTo>
                  <a:cubicBezTo>
                    <a:pt x="262" y="2143"/>
                    <a:pt x="377" y="2188"/>
                    <a:pt x="492" y="2188"/>
                  </a:cubicBezTo>
                  <a:cubicBezTo>
                    <a:pt x="604" y="2188"/>
                    <a:pt x="719" y="2143"/>
                    <a:pt x="808" y="2057"/>
                  </a:cubicBezTo>
                  <a:lnTo>
                    <a:pt x="2103" y="762"/>
                  </a:lnTo>
                  <a:cubicBezTo>
                    <a:pt x="2275" y="587"/>
                    <a:pt x="2275" y="305"/>
                    <a:pt x="2103" y="130"/>
                  </a:cubicBezTo>
                  <a:cubicBezTo>
                    <a:pt x="2014" y="43"/>
                    <a:pt x="1899" y="0"/>
                    <a:pt x="17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2055382" y="3894562"/>
              <a:ext cx="14130" cy="14114"/>
            </a:xfrm>
            <a:custGeom>
              <a:avLst/>
              <a:gdLst/>
              <a:ahLst/>
              <a:cxnLst/>
              <a:rect l="l" t="t" r="r" b="b"/>
              <a:pathLst>
                <a:path w="896" h="895" extrusionOk="0">
                  <a:moveTo>
                    <a:pt x="448" y="1"/>
                  </a:moveTo>
                  <a:cubicBezTo>
                    <a:pt x="330" y="1"/>
                    <a:pt x="215" y="50"/>
                    <a:pt x="132" y="131"/>
                  </a:cubicBezTo>
                  <a:cubicBezTo>
                    <a:pt x="48" y="212"/>
                    <a:pt x="1" y="330"/>
                    <a:pt x="1" y="448"/>
                  </a:cubicBezTo>
                  <a:cubicBezTo>
                    <a:pt x="1" y="565"/>
                    <a:pt x="48" y="680"/>
                    <a:pt x="132" y="764"/>
                  </a:cubicBezTo>
                  <a:cubicBezTo>
                    <a:pt x="215" y="850"/>
                    <a:pt x="330" y="895"/>
                    <a:pt x="448" y="895"/>
                  </a:cubicBezTo>
                  <a:cubicBezTo>
                    <a:pt x="566" y="895"/>
                    <a:pt x="681" y="845"/>
                    <a:pt x="765" y="764"/>
                  </a:cubicBezTo>
                  <a:cubicBezTo>
                    <a:pt x="846" y="683"/>
                    <a:pt x="895" y="565"/>
                    <a:pt x="895" y="448"/>
                  </a:cubicBezTo>
                  <a:cubicBezTo>
                    <a:pt x="895" y="330"/>
                    <a:pt x="846" y="215"/>
                    <a:pt x="765" y="131"/>
                  </a:cubicBezTo>
                  <a:cubicBezTo>
                    <a:pt x="683" y="50"/>
                    <a:pt x="566" y="1"/>
                    <a:pt x="4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27" name="Google Shape;1427;p49"/>
          <p:cNvGrpSpPr/>
          <p:nvPr/>
        </p:nvGrpSpPr>
        <p:grpSpPr>
          <a:xfrm>
            <a:off x="42043" y="5682321"/>
            <a:ext cx="2054960" cy="764320"/>
            <a:chOff x="65925" y="3976450"/>
            <a:chExt cx="1284350" cy="477700"/>
          </a:xfrm>
        </p:grpSpPr>
        <p:sp>
          <p:nvSpPr>
            <p:cNvPr id="1428" name="Google Shape;1428;p49"/>
            <p:cNvSpPr/>
            <p:nvPr/>
          </p:nvSpPr>
          <p:spPr>
            <a:xfrm>
              <a:off x="636275" y="4188750"/>
              <a:ext cx="187200" cy="171550"/>
            </a:xfrm>
            <a:custGeom>
              <a:avLst/>
              <a:gdLst/>
              <a:ahLst/>
              <a:cxnLst/>
              <a:rect l="l" t="t" r="r" b="b"/>
              <a:pathLst>
                <a:path w="3744" h="3431" extrusionOk="0">
                  <a:moveTo>
                    <a:pt x="1375" y="1"/>
                  </a:moveTo>
                  <a:lnTo>
                    <a:pt x="548" y="1710"/>
                  </a:lnTo>
                  <a:lnTo>
                    <a:pt x="1085" y="2246"/>
                  </a:lnTo>
                  <a:lnTo>
                    <a:pt x="1" y="3431"/>
                  </a:lnTo>
                  <a:lnTo>
                    <a:pt x="1" y="3431"/>
                  </a:lnTo>
                  <a:lnTo>
                    <a:pt x="3744" y="2369"/>
                  </a:lnTo>
                  <a:lnTo>
                    <a:pt x="1375" y="1"/>
                  </a:lnTo>
                  <a:close/>
                </a:path>
              </a:pathLst>
            </a:custGeom>
            <a:solidFill>
              <a:srgbClr val="2D38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49"/>
            <p:cNvSpPr/>
            <p:nvPr/>
          </p:nvSpPr>
          <p:spPr>
            <a:xfrm>
              <a:off x="992125" y="4064200"/>
              <a:ext cx="160400" cy="148350"/>
            </a:xfrm>
            <a:custGeom>
              <a:avLst/>
              <a:gdLst/>
              <a:ahLst/>
              <a:cxnLst/>
              <a:rect l="l" t="t" r="r" b="b"/>
              <a:pathLst>
                <a:path w="3208" h="2967" extrusionOk="0">
                  <a:moveTo>
                    <a:pt x="2314" y="0"/>
                  </a:moveTo>
                  <a:lnTo>
                    <a:pt x="68" y="56"/>
                  </a:lnTo>
                  <a:lnTo>
                    <a:pt x="1" y="1721"/>
                  </a:lnTo>
                  <a:cubicBezTo>
                    <a:pt x="1" y="1721"/>
                    <a:pt x="839" y="2849"/>
                    <a:pt x="1129" y="2961"/>
                  </a:cubicBezTo>
                  <a:cubicBezTo>
                    <a:pt x="1139" y="2965"/>
                    <a:pt x="1150" y="2967"/>
                    <a:pt x="1162" y="2967"/>
                  </a:cubicBezTo>
                  <a:cubicBezTo>
                    <a:pt x="1541" y="2967"/>
                    <a:pt x="3208" y="1184"/>
                    <a:pt x="3208" y="1184"/>
                  </a:cubicBezTo>
                  <a:lnTo>
                    <a:pt x="2314" y="0"/>
                  </a:lnTo>
                  <a:close/>
                </a:path>
              </a:pathLst>
            </a:custGeom>
            <a:solidFill>
              <a:srgbClr val="2D38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336275" y="4031200"/>
              <a:ext cx="723500" cy="320750"/>
            </a:xfrm>
            <a:custGeom>
              <a:avLst/>
              <a:gdLst/>
              <a:ahLst/>
              <a:cxnLst/>
              <a:rect l="l" t="t" r="r" b="b"/>
              <a:pathLst>
                <a:path w="14470" h="6415" extrusionOk="0">
                  <a:moveTo>
                    <a:pt x="1" y="1"/>
                  </a:moveTo>
                  <a:lnTo>
                    <a:pt x="1" y="6414"/>
                  </a:lnTo>
                  <a:lnTo>
                    <a:pt x="14470" y="6414"/>
                  </a:lnTo>
                  <a:lnTo>
                    <a:pt x="14470" y="5465"/>
                  </a:lnTo>
                  <a:lnTo>
                    <a:pt x="738" y="5465"/>
                  </a:lnTo>
                  <a:lnTo>
                    <a:pt x="738" y="3152"/>
                  </a:lnTo>
                  <a:lnTo>
                    <a:pt x="336" y="3152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373175" y="3977050"/>
              <a:ext cx="944700" cy="327400"/>
            </a:xfrm>
            <a:custGeom>
              <a:avLst/>
              <a:gdLst/>
              <a:ahLst/>
              <a:cxnLst/>
              <a:rect l="l" t="t" r="r" b="b"/>
              <a:pathLst>
                <a:path w="18894" h="6548" extrusionOk="0">
                  <a:moveTo>
                    <a:pt x="11955" y="0"/>
                  </a:moveTo>
                  <a:lnTo>
                    <a:pt x="11955" y="581"/>
                  </a:lnTo>
                  <a:lnTo>
                    <a:pt x="0" y="581"/>
                  </a:lnTo>
                  <a:lnTo>
                    <a:pt x="0" y="6548"/>
                  </a:lnTo>
                  <a:lnTo>
                    <a:pt x="18894" y="6548"/>
                  </a:lnTo>
                  <a:lnTo>
                    <a:pt x="18827" y="6101"/>
                  </a:lnTo>
                  <a:lnTo>
                    <a:pt x="18425" y="3687"/>
                  </a:lnTo>
                  <a:lnTo>
                    <a:pt x="18402" y="3587"/>
                  </a:lnTo>
                  <a:lnTo>
                    <a:pt x="18268" y="2816"/>
                  </a:lnTo>
                  <a:lnTo>
                    <a:pt x="18257" y="2793"/>
                  </a:lnTo>
                  <a:lnTo>
                    <a:pt x="17743" y="2179"/>
                  </a:lnTo>
                  <a:lnTo>
                    <a:pt x="16235" y="402"/>
                  </a:lnTo>
                  <a:lnTo>
                    <a:pt x="15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373175" y="4227850"/>
              <a:ext cx="977100" cy="124100"/>
            </a:xfrm>
            <a:custGeom>
              <a:avLst/>
              <a:gdLst/>
              <a:ahLst/>
              <a:cxnLst/>
              <a:rect l="l" t="t" r="r" b="b"/>
              <a:pathLst>
                <a:path w="19542" h="2482" extrusionOk="0">
                  <a:moveTo>
                    <a:pt x="0" y="1"/>
                  </a:moveTo>
                  <a:lnTo>
                    <a:pt x="0" y="1532"/>
                  </a:lnTo>
                  <a:lnTo>
                    <a:pt x="13732" y="1532"/>
                  </a:lnTo>
                  <a:lnTo>
                    <a:pt x="13732" y="2481"/>
                  </a:lnTo>
                  <a:lnTo>
                    <a:pt x="19542" y="2481"/>
                  </a:lnTo>
                  <a:lnTo>
                    <a:pt x="19542" y="2012"/>
                  </a:lnTo>
                  <a:cubicBezTo>
                    <a:pt x="19542" y="1744"/>
                    <a:pt x="19330" y="1532"/>
                    <a:pt x="19061" y="1532"/>
                  </a:cubicBezTo>
                  <a:lnTo>
                    <a:pt x="14291" y="1532"/>
                  </a:lnTo>
                  <a:lnTo>
                    <a:pt x="137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996625" y="3983200"/>
              <a:ext cx="303400" cy="297250"/>
            </a:xfrm>
            <a:custGeom>
              <a:avLst/>
              <a:gdLst/>
              <a:ahLst/>
              <a:cxnLst/>
              <a:rect l="l" t="t" r="r" b="b"/>
              <a:pathLst>
                <a:path w="6068" h="5945" extrusionOk="0">
                  <a:moveTo>
                    <a:pt x="90" y="0"/>
                  </a:moveTo>
                  <a:lnTo>
                    <a:pt x="0" y="380"/>
                  </a:lnTo>
                  <a:lnTo>
                    <a:pt x="6067" y="5944"/>
                  </a:lnTo>
                  <a:lnTo>
                    <a:pt x="5888" y="5408"/>
                  </a:lnTo>
                  <a:lnTo>
                    <a:pt x="280" y="27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65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970925" y="3976450"/>
              <a:ext cx="346950" cy="328550"/>
            </a:xfrm>
            <a:custGeom>
              <a:avLst/>
              <a:gdLst/>
              <a:ahLst/>
              <a:cxnLst/>
              <a:rect l="l" t="t" r="r" b="b"/>
              <a:pathLst>
                <a:path w="6939" h="6571" extrusionOk="0">
                  <a:moveTo>
                    <a:pt x="3788" y="414"/>
                  </a:moveTo>
                  <a:lnTo>
                    <a:pt x="5922" y="2984"/>
                  </a:lnTo>
                  <a:lnTo>
                    <a:pt x="6425" y="5710"/>
                  </a:lnTo>
                  <a:lnTo>
                    <a:pt x="727" y="414"/>
                  </a:lnTo>
                  <a:close/>
                  <a:moveTo>
                    <a:pt x="0" y="1"/>
                  </a:moveTo>
                  <a:lnTo>
                    <a:pt x="0" y="582"/>
                  </a:lnTo>
                  <a:lnTo>
                    <a:pt x="324" y="582"/>
                  </a:lnTo>
                  <a:lnTo>
                    <a:pt x="1799" y="5029"/>
                  </a:lnTo>
                  <a:lnTo>
                    <a:pt x="1822" y="5029"/>
                  </a:lnTo>
                  <a:lnTo>
                    <a:pt x="2336" y="6560"/>
                  </a:lnTo>
                  <a:lnTo>
                    <a:pt x="2671" y="6560"/>
                  </a:lnTo>
                  <a:lnTo>
                    <a:pt x="838" y="1074"/>
                  </a:lnTo>
                  <a:lnTo>
                    <a:pt x="6537" y="6370"/>
                  </a:lnTo>
                  <a:lnTo>
                    <a:pt x="6581" y="6571"/>
                  </a:lnTo>
                  <a:lnTo>
                    <a:pt x="6939" y="6571"/>
                  </a:lnTo>
                  <a:lnTo>
                    <a:pt x="6872" y="6113"/>
                  </a:lnTo>
                  <a:lnTo>
                    <a:pt x="6470" y="3699"/>
                  </a:lnTo>
                  <a:lnTo>
                    <a:pt x="6470" y="3688"/>
                  </a:lnTo>
                  <a:lnTo>
                    <a:pt x="6447" y="3588"/>
                  </a:lnTo>
                  <a:lnTo>
                    <a:pt x="6324" y="2805"/>
                  </a:lnTo>
                  <a:lnTo>
                    <a:pt x="6313" y="2783"/>
                  </a:lnTo>
                  <a:lnTo>
                    <a:pt x="6313" y="2772"/>
                  </a:lnTo>
                  <a:lnTo>
                    <a:pt x="5799" y="2146"/>
                  </a:lnTo>
                  <a:lnTo>
                    <a:pt x="4302" y="414"/>
                  </a:lnTo>
                  <a:lnTo>
                    <a:pt x="3967" y="12"/>
                  </a:lnTo>
                  <a:lnTo>
                    <a:pt x="492" y="12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49"/>
            <p:cNvSpPr/>
            <p:nvPr/>
          </p:nvSpPr>
          <p:spPr>
            <a:xfrm>
              <a:off x="65925" y="4301050"/>
              <a:ext cx="28500" cy="51450"/>
            </a:xfrm>
            <a:custGeom>
              <a:avLst/>
              <a:gdLst/>
              <a:ahLst/>
              <a:cxnLst/>
              <a:rect l="l" t="t" r="r" b="b"/>
              <a:pathLst>
                <a:path w="570" h="1029" extrusionOk="0">
                  <a:moveTo>
                    <a:pt x="570" y="0"/>
                  </a:moveTo>
                  <a:lnTo>
                    <a:pt x="123" y="336"/>
                  </a:lnTo>
                  <a:cubicBezTo>
                    <a:pt x="56" y="392"/>
                    <a:pt x="0" y="470"/>
                    <a:pt x="11" y="570"/>
                  </a:cubicBezTo>
                  <a:lnTo>
                    <a:pt x="11" y="1028"/>
                  </a:lnTo>
                  <a:lnTo>
                    <a:pt x="570" y="1028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93825" y="4072550"/>
              <a:ext cx="248100" cy="279400"/>
            </a:xfrm>
            <a:custGeom>
              <a:avLst/>
              <a:gdLst/>
              <a:ahLst/>
              <a:cxnLst/>
              <a:rect l="l" t="t" r="r" b="b"/>
              <a:pathLst>
                <a:path w="4962" h="5588" extrusionOk="0">
                  <a:moveTo>
                    <a:pt x="1610" y="1"/>
                  </a:moveTo>
                  <a:cubicBezTo>
                    <a:pt x="1286" y="1"/>
                    <a:pt x="995" y="202"/>
                    <a:pt x="872" y="504"/>
                  </a:cubicBezTo>
                  <a:lnTo>
                    <a:pt x="101" y="2459"/>
                  </a:lnTo>
                  <a:cubicBezTo>
                    <a:pt x="34" y="2626"/>
                    <a:pt x="1" y="2828"/>
                    <a:pt x="1" y="3006"/>
                  </a:cubicBezTo>
                  <a:lnTo>
                    <a:pt x="1" y="5587"/>
                  </a:lnTo>
                  <a:lnTo>
                    <a:pt x="4962" y="5587"/>
                  </a:lnTo>
                  <a:lnTo>
                    <a:pt x="48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120075" y="4091000"/>
              <a:ext cx="195050" cy="173800"/>
            </a:xfrm>
            <a:custGeom>
              <a:avLst/>
              <a:gdLst/>
              <a:ahLst/>
              <a:cxnLst/>
              <a:rect l="l" t="t" r="r" b="b"/>
              <a:pathLst>
                <a:path w="3901" h="3476" extrusionOk="0">
                  <a:moveTo>
                    <a:pt x="1386" y="0"/>
                  </a:moveTo>
                  <a:cubicBezTo>
                    <a:pt x="1107" y="0"/>
                    <a:pt x="872" y="168"/>
                    <a:pt x="761" y="414"/>
                  </a:cubicBezTo>
                  <a:lnTo>
                    <a:pt x="57" y="2157"/>
                  </a:lnTo>
                  <a:cubicBezTo>
                    <a:pt x="23" y="2257"/>
                    <a:pt x="1" y="2358"/>
                    <a:pt x="1" y="2459"/>
                  </a:cubicBezTo>
                  <a:lnTo>
                    <a:pt x="1" y="2972"/>
                  </a:lnTo>
                  <a:cubicBezTo>
                    <a:pt x="1" y="3252"/>
                    <a:pt x="224" y="3475"/>
                    <a:pt x="504" y="3475"/>
                  </a:cubicBezTo>
                  <a:lnTo>
                    <a:pt x="1286" y="3475"/>
                  </a:lnTo>
                  <a:cubicBezTo>
                    <a:pt x="1487" y="3475"/>
                    <a:pt x="1677" y="3386"/>
                    <a:pt x="1822" y="3241"/>
                  </a:cubicBezTo>
                  <a:lnTo>
                    <a:pt x="2347" y="2682"/>
                  </a:lnTo>
                  <a:cubicBezTo>
                    <a:pt x="2571" y="2436"/>
                    <a:pt x="2883" y="2302"/>
                    <a:pt x="3208" y="2302"/>
                  </a:cubicBezTo>
                  <a:lnTo>
                    <a:pt x="3219" y="2302"/>
                  </a:lnTo>
                  <a:cubicBezTo>
                    <a:pt x="3599" y="2302"/>
                    <a:pt x="3889" y="1989"/>
                    <a:pt x="3889" y="1632"/>
                  </a:cubicBezTo>
                  <a:lnTo>
                    <a:pt x="3889" y="570"/>
                  </a:lnTo>
                  <a:cubicBezTo>
                    <a:pt x="3900" y="257"/>
                    <a:pt x="3654" y="0"/>
                    <a:pt x="3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280425" y="4228450"/>
              <a:ext cx="34700" cy="11200"/>
            </a:xfrm>
            <a:custGeom>
              <a:avLst/>
              <a:gdLst/>
              <a:ahLst/>
              <a:cxnLst/>
              <a:rect l="l" t="t" r="r" b="b"/>
              <a:pathLst>
                <a:path w="694" h="224" extrusionOk="0">
                  <a:moveTo>
                    <a:pt x="1" y="0"/>
                  </a:moveTo>
                  <a:lnTo>
                    <a:pt x="1" y="223"/>
                  </a:lnTo>
                  <a:lnTo>
                    <a:pt x="693" y="223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65925" y="4326750"/>
              <a:ext cx="1284350" cy="77700"/>
            </a:xfrm>
            <a:custGeom>
              <a:avLst/>
              <a:gdLst/>
              <a:ahLst/>
              <a:cxnLst/>
              <a:rect l="l" t="t" r="r" b="b"/>
              <a:pathLst>
                <a:path w="25687" h="1554" extrusionOk="0">
                  <a:moveTo>
                    <a:pt x="45" y="0"/>
                  </a:moveTo>
                  <a:cubicBezTo>
                    <a:pt x="11" y="0"/>
                    <a:pt x="0" y="12"/>
                    <a:pt x="0" y="45"/>
                  </a:cubicBezTo>
                  <a:lnTo>
                    <a:pt x="0" y="883"/>
                  </a:lnTo>
                  <a:cubicBezTo>
                    <a:pt x="0" y="1006"/>
                    <a:pt x="112" y="1118"/>
                    <a:pt x="235" y="1118"/>
                  </a:cubicBezTo>
                  <a:lnTo>
                    <a:pt x="14369" y="1118"/>
                  </a:lnTo>
                  <a:lnTo>
                    <a:pt x="14369" y="1554"/>
                  </a:lnTo>
                  <a:lnTo>
                    <a:pt x="15318" y="1554"/>
                  </a:lnTo>
                  <a:lnTo>
                    <a:pt x="15318" y="1118"/>
                  </a:lnTo>
                  <a:lnTo>
                    <a:pt x="25195" y="1118"/>
                  </a:lnTo>
                  <a:cubicBezTo>
                    <a:pt x="25463" y="1118"/>
                    <a:pt x="25687" y="894"/>
                    <a:pt x="25687" y="626"/>
                  </a:cubicBezTo>
                  <a:lnTo>
                    <a:pt x="25687" y="179"/>
                  </a:lnTo>
                  <a:lnTo>
                    <a:pt x="894" y="179"/>
                  </a:lnTo>
                  <a:cubicBezTo>
                    <a:pt x="872" y="179"/>
                    <a:pt x="838" y="157"/>
                    <a:pt x="838" y="123"/>
                  </a:cubicBezTo>
                  <a:lnTo>
                    <a:pt x="838" y="56"/>
                  </a:lnTo>
                  <a:cubicBezTo>
                    <a:pt x="838" y="34"/>
                    <a:pt x="816" y="0"/>
                    <a:pt x="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888775" y="4302750"/>
              <a:ext cx="163750" cy="79900"/>
            </a:xfrm>
            <a:custGeom>
              <a:avLst/>
              <a:gdLst/>
              <a:ahLst/>
              <a:cxnLst/>
              <a:rect l="l" t="t" r="r" b="b"/>
              <a:pathLst>
                <a:path w="3275" h="1598" extrusionOk="0">
                  <a:moveTo>
                    <a:pt x="1632" y="0"/>
                  </a:moveTo>
                  <a:cubicBezTo>
                    <a:pt x="1096" y="0"/>
                    <a:pt x="615" y="257"/>
                    <a:pt x="314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75" y="1598"/>
                  </a:lnTo>
                  <a:cubicBezTo>
                    <a:pt x="3275" y="1251"/>
                    <a:pt x="3152" y="916"/>
                    <a:pt x="2939" y="659"/>
                  </a:cubicBezTo>
                  <a:cubicBezTo>
                    <a:pt x="2649" y="257"/>
                    <a:pt x="2157" y="0"/>
                    <a:pt x="1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888775" y="4302750"/>
              <a:ext cx="163750" cy="79900"/>
            </a:xfrm>
            <a:custGeom>
              <a:avLst/>
              <a:gdLst/>
              <a:ahLst/>
              <a:cxnLst/>
              <a:rect l="l" t="t" r="r" b="b"/>
              <a:pathLst>
                <a:path w="3275" h="1598" extrusionOk="0">
                  <a:moveTo>
                    <a:pt x="1632" y="0"/>
                  </a:moveTo>
                  <a:cubicBezTo>
                    <a:pt x="1096" y="0"/>
                    <a:pt x="615" y="257"/>
                    <a:pt x="314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75" y="1598"/>
                  </a:lnTo>
                  <a:cubicBezTo>
                    <a:pt x="3275" y="1251"/>
                    <a:pt x="3152" y="916"/>
                    <a:pt x="2939" y="659"/>
                  </a:cubicBezTo>
                  <a:cubicBezTo>
                    <a:pt x="2649" y="257"/>
                    <a:pt x="2157" y="0"/>
                    <a:pt x="163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432375" y="4342950"/>
              <a:ext cx="61500" cy="61500"/>
            </a:xfrm>
            <a:custGeom>
              <a:avLst/>
              <a:gdLst/>
              <a:ahLst/>
              <a:cxnLst/>
              <a:rect l="l" t="t" r="r" b="b"/>
              <a:pathLst>
                <a:path w="1230" h="1230" extrusionOk="0">
                  <a:moveTo>
                    <a:pt x="615" y="0"/>
                  </a:moveTo>
                  <a:cubicBezTo>
                    <a:pt x="280" y="0"/>
                    <a:pt x="1" y="280"/>
                    <a:pt x="1" y="615"/>
                  </a:cubicBezTo>
                  <a:cubicBezTo>
                    <a:pt x="1" y="950"/>
                    <a:pt x="280" y="1230"/>
                    <a:pt x="615" y="1230"/>
                  </a:cubicBezTo>
                  <a:cubicBezTo>
                    <a:pt x="950" y="1230"/>
                    <a:pt x="1230" y="950"/>
                    <a:pt x="1230" y="615"/>
                  </a:cubicBezTo>
                  <a:cubicBezTo>
                    <a:pt x="1230" y="280"/>
                    <a:pt x="973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594375" y="4342950"/>
              <a:ext cx="110100" cy="61500"/>
            </a:xfrm>
            <a:custGeom>
              <a:avLst/>
              <a:gdLst/>
              <a:ahLst/>
              <a:cxnLst/>
              <a:rect l="l" t="t" r="r" b="b"/>
              <a:pathLst>
                <a:path w="2202" h="1230" extrusionOk="0">
                  <a:moveTo>
                    <a:pt x="101" y="0"/>
                  </a:moveTo>
                  <a:lnTo>
                    <a:pt x="1" y="1230"/>
                  </a:lnTo>
                  <a:lnTo>
                    <a:pt x="2202" y="1230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54175" y="4342950"/>
              <a:ext cx="45300" cy="61500"/>
            </a:xfrm>
            <a:custGeom>
              <a:avLst/>
              <a:gdLst/>
              <a:ahLst/>
              <a:cxnLst/>
              <a:rect l="l" t="t" r="r" b="b"/>
              <a:pathLst>
                <a:path w="906" h="1230" extrusionOk="0">
                  <a:moveTo>
                    <a:pt x="0" y="0"/>
                  </a:moveTo>
                  <a:lnTo>
                    <a:pt x="0" y="1230"/>
                  </a:lnTo>
                  <a:lnTo>
                    <a:pt x="905" y="1230"/>
                  </a:lnTo>
                  <a:lnTo>
                    <a:pt x="9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626225" y="4342950"/>
              <a:ext cx="45300" cy="61500"/>
            </a:xfrm>
            <a:custGeom>
              <a:avLst/>
              <a:gdLst/>
              <a:ahLst/>
              <a:cxnLst/>
              <a:rect l="l" t="t" r="r" b="b"/>
              <a:pathLst>
                <a:path w="906" h="1230" extrusionOk="0">
                  <a:moveTo>
                    <a:pt x="1" y="0"/>
                  </a:moveTo>
                  <a:lnTo>
                    <a:pt x="1" y="1230"/>
                  </a:lnTo>
                  <a:lnTo>
                    <a:pt x="906" y="1230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188225" y="4302750"/>
              <a:ext cx="164300" cy="79900"/>
            </a:xfrm>
            <a:custGeom>
              <a:avLst/>
              <a:gdLst/>
              <a:ahLst/>
              <a:cxnLst/>
              <a:rect l="l" t="t" r="r" b="b"/>
              <a:pathLst>
                <a:path w="3286" h="1598" extrusionOk="0">
                  <a:moveTo>
                    <a:pt x="1632" y="0"/>
                  </a:moveTo>
                  <a:cubicBezTo>
                    <a:pt x="1107" y="0"/>
                    <a:pt x="615" y="257"/>
                    <a:pt x="325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86" y="1598"/>
                  </a:lnTo>
                  <a:cubicBezTo>
                    <a:pt x="3263" y="1251"/>
                    <a:pt x="3152" y="916"/>
                    <a:pt x="2939" y="659"/>
                  </a:cubicBezTo>
                  <a:cubicBezTo>
                    <a:pt x="2649" y="257"/>
                    <a:pt x="2169" y="0"/>
                    <a:pt x="1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188225" y="4302750"/>
              <a:ext cx="164300" cy="79900"/>
            </a:xfrm>
            <a:custGeom>
              <a:avLst/>
              <a:gdLst/>
              <a:ahLst/>
              <a:cxnLst/>
              <a:rect l="l" t="t" r="r" b="b"/>
              <a:pathLst>
                <a:path w="3286" h="1598" extrusionOk="0">
                  <a:moveTo>
                    <a:pt x="1632" y="0"/>
                  </a:moveTo>
                  <a:cubicBezTo>
                    <a:pt x="1107" y="0"/>
                    <a:pt x="615" y="257"/>
                    <a:pt x="325" y="659"/>
                  </a:cubicBezTo>
                  <a:cubicBezTo>
                    <a:pt x="124" y="927"/>
                    <a:pt x="12" y="1251"/>
                    <a:pt x="1" y="1598"/>
                  </a:cubicBezTo>
                  <a:lnTo>
                    <a:pt x="3286" y="1598"/>
                  </a:lnTo>
                  <a:cubicBezTo>
                    <a:pt x="3263" y="1251"/>
                    <a:pt x="3152" y="916"/>
                    <a:pt x="2939" y="659"/>
                  </a:cubicBezTo>
                  <a:cubicBezTo>
                    <a:pt x="2649" y="257"/>
                    <a:pt x="2169" y="0"/>
                    <a:pt x="163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697725" y="4342950"/>
              <a:ext cx="45850" cy="61500"/>
            </a:xfrm>
            <a:custGeom>
              <a:avLst/>
              <a:gdLst/>
              <a:ahLst/>
              <a:cxnLst/>
              <a:rect l="l" t="t" r="r" b="b"/>
              <a:pathLst>
                <a:path w="917" h="1230" extrusionOk="0">
                  <a:moveTo>
                    <a:pt x="1" y="0"/>
                  </a:moveTo>
                  <a:lnTo>
                    <a:pt x="1" y="1230"/>
                  </a:lnTo>
                  <a:lnTo>
                    <a:pt x="917" y="1230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201675" y="4315550"/>
              <a:ext cx="138000" cy="138600"/>
            </a:xfrm>
            <a:custGeom>
              <a:avLst/>
              <a:gdLst/>
              <a:ahLst/>
              <a:cxnLst/>
              <a:rect l="l" t="t" r="r" b="b"/>
              <a:pathLst>
                <a:path w="2760" h="2772" extrusionOk="0">
                  <a:moveTo>
                    <a:pt x="1374" y="1"/>
                  </a:moveTo>
                  <a:cubicBezTo>
                    <a:pt x="615" y="1"/>
                    <a:pt x="0" y="616"/>
                    <a:pt x="0" y="1386"/>
                  </a:cubicBezTo>
                  <a:cubicBezTo>
                    <a:pt x="0" y="2157"/>
                    <a:pt x="615" y="2772"/>
                    <a:pt x="1374" y="2772"/>
                  </a:cubicBezTo>
                  <a:cubicBezTo>
                    <a:pt x="2145" y="2772"/>
                    <a:pt x="2760" y="2157"/>
                    <a:pt x="2760" y="1386"/>
                  </a:cubicBezTo>
                  <a:cubicBezTo>
                    <a:pt x="2760" y="616"/>
                    <a:pt x="2145" y="1"/>
                    <a:pt x="1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224025" y="4337900"/>
              <a:ext cx="93300" cy="93900"/>
            </a:xfrm>
            <a:custGeom>
              <a:avLst/>
              <a:gdLst/>
              <a:ahLst/>
              <a:cxnLst/>
              <a:rect l="l" t="t" r="r" b="b"/>
              <a:pathLst>
                <a:path w="1866" h="1878" extrusionOk="0">
                  <a:moveTo>
                    <a:pt x="927" y="1"/>
                  </a:moveTo>
                  <a:cubicBezTo>
                    <a:pt x="413" y="1"/>
                    <a:pt x="0" y="425"/>
                    <a:pt x="0" y="939"/>
                  </a:cubicBezTo>
                  <a:cubicBezTo>
                    <a:pt x="0" y="1453"/>
                    <a:pt x="413" y="1878"/>
                    <a:pt x="927" y="1878"/>
                  </a:cubicBezTo>
                  <a:cubicBezTo>
                    <a:pt x="1453" y="1878"/>
                    <a:pt x="1866" y="1453"/>
                    <a:pt x="1866" y="939"/>
                  </a:cubicBezTo>
                  <a:cubicBezTo>
                    <a:pt x="1866" y="425"/>
                    <a:pt x="1453" y="1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243575" y="4357450"/>
              <a:ext cx="54200" cy="54800"/>
            </a:xfrm>
            <a:custGeom>
              <a:avLst/>
              <a:gdLst/>
              <a:ahLst/>
              <a:cxnLst/>
              <a:rect l="l" t="t" r="r" b="b"/>
              <a:pathLst>
                <a:path w="1084" h="1096" extrusionOk="0">
                  <a:moveTo>
                    <a:pt x="536" y="1"/>
                  </a:moveTo>
                  <a:cubicBezTo>
                    <a:pt x="246" y="1"/>
                    <a:pt x="0" y="236"/>
                    <a:pt x="0" y="548"/>
                  </a:cubicBezTo>
                  <a:cubicBezTo>
                    <a:pt x="0" y="839"/>
                    <a:pt x="246" y="1096"/>
                    <a:pt x="536" y="1096"/>
                  </a:cubicBezTo>
                  <a:cubicBezTo>
                    <a:pt x="838" y="1096"/>
                    <a:pt x="1084" y="850"/>
                    <a:pt x="1084" y="548"/>
                  </a:cubicBezTo>
                  <a:cubicBezTo>
                    <a:pt x="1084" y="236"/>
                    <a:pt x="838" y="1"/>
                    <a:pt x="5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253625" y="43686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24" y="0"/>
                  </a:moveTo>
                  <a:cubicBezTo>
                    <a:pt x="145" y="0"/>
                    <a:pt x="0" y="157"/>
                    <a:pt x="0" y="324"/>
                  </a:cubicBezTo>
                  <a:cubicBezTo>
                    <a:pt x="0" y="503"/>
                    <a:pt x="145" y="648"/>
                    <a:pt x="324" y="648"/>
                  </a:cubicBezTo>
                  <a:cubicBezTo>
                    <a:pt x="503" y="648"/>
                    <a:pt x="648" y="492"/>
                    <a:pt x="648" y="324"/>
                  </a:cubicBezTo>
                  <a:cubicBezTo>
                    <a:pt x="648" y="157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901625" y="4315550"/>
              <a:ext cx="138600" cy="138600"/>
            </a:xfrm>
            <a:custGeom>
              <a:avLst/>
              <a:gdLst/>
              <a:ahLst/>
              <a:cxnLst/>
              <a:rect l="l" t="t" r="r" b="b"/>
              <a:pathLst>
                <a:path w="2772" h="2772" extrusionOk="0">
                  <a:moveTo>
                    <a:pt x="1386" y="1"/>
                  </a:moveTo>
                  <a:cubicBezTo>
                    <a:pt x="615" y="1"/>
                    <a:pt x="1" y="616"/>
                    <a:pt x="1" y="1386"/>
                  </a:cubicBezTo>
                  <a:cubicBezTo>
                    <a:pt x="1" y="2157"/>
                    <a:pt x="615" y="2772"/>
                    <a:pt x="1386" y="2772"/>
                  </a:cubicBezTo>
                  <a:cubicBezTo>
                    <a:pt x="2157" y="2772"/>
                    <a:pt x="2772" y="2157"/>
                    <a:pt x="2772" y="1386"/>
                  </a:cubicBezTo>
                  <a:cubicBezTo>
                    <a:pt x="2772" y="616"/>
                    <a:pt x="2157" y="1"/>
                    <a:pt x="1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923975" y="4337900"/>
              <a:ext cx="93900" cy="93900"/>
            </a:xfrm>
            <a:custGeom>
              <a:avLst/>
              <a:gdLst/>
              <a:ahLst/>
              <a:cxnLst/>
              <a:rect l="l" t="t" r="r" b="b"/>
              <a:pathLst>
                <a:path w="1878" h="1878" extrusionOk="0">
                  <a:moveTo>
                    <a:pt x="939" y="1"/>
                  </a:moveTo>
                  <a:cubicBezTo>
                    <a:pt x="425" y="1"/>
                    <a:pt x="1" y="425"/>
                    <a:pt x="1" y="939"/>
                  </a:cubicBezTo>
                  <a:cubicBezTo>
                    <a:pt x="1" y="1453"/>
                    <a:pt x="425" y="1878"/>
                    <a:pt x="939" y="1878"/>
                  </a:cubicBezTo>
                  <a:cubicBezTo>
                    <a:pt x="1453" y="1878"/>
                    <a:pt x="1878" y="1453"/>
                    <a:pt x="1878" y="939"/>
                  </a:cubicBezTo>
                  <a:cubicBezTo>
                    <a:pt x="1878" y="425"/>
                    <a:pt x="1453" y="1"/>
                    <a:pt x="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944125" y="4357450"/>
              <a:ext cx="54800" cy="54800"/>
            </a:xfrm>
            <a:custGeom>
              <a:avLst/>
              <a:gdLst/>
              <a:ahLst/>
              <a:cxnLst/>
              <a:rect l="l" t="t" r="r" b="b"/>
              <a:pathLst>
                <a:path w="1096" h="1096" extrusionOk="0">
                  <a:moveTo>
                    <a:pt x="548" y="1"/>
                  </a:moveTo>
                  <a:cubicBezTo>
                    <a:pt x="257" y="1"/>
                    <a:pt x="0" y="236"/>
                    <a:pt x="0" y="548"/>
                  </a:cubicBezTo>
                  <a:cubicBezTo>
                    <a:pt x="0" y="839"/>
                    <a:pt x="246" y="1096"/>
                    <a:pt x="548" y="1096"/>
                  </a:cubicBezTo>
                  <a:cubicBezTo>
                    <a:pt x="838" y="1096"/>
                    <a:pt x="1095" y="850"/>
                    <a:pt x="1095" y="548"/>
                  </a:cubicBezTo>
                  <a:cubicBezTo>
                    <a:pt x="1095" y="236"/>
                    <a:pt x="849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954725" y="43686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24" y="0"/>
                  </a:moveTo>
                  <a:cubicBezTo>
                    <a:pt x="146" y="0"/>
                    <a:pt x="0" y="157"/>
                    <a:pt x="0" y="324"/>
                  </a:cubicBezTo>
                  <a:cubicBezTo>
                    <a:pt x="0" y="503"/>
                    <a:pt x="146" y="648"/>
                    <a:pt x="324" y="648"/>
                  </a:cubicBezTo>
                  <a:cubicBezTo>
                    <a:pt x="503" y="648"/>
                    <a:pt x="648" y="492"/>
                    <a:pt x="648" y="324"/>
                  </a:cubicBezTo>
                  <a:cubicBezTo>
                    <a:pt x="648" y="157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160325" y="4081500"/>
              <a:ext cx="168750" cy="1750"/>
            </a:xfrm>
            <a:custGeom>
              <a:avLst/>
              <a:gdLst/>
              <a:ahLst/>
              <a:cxnLst/>
              <a:rect l="l" t="t" r="r" b="b"/>
              <a:pathLst>
                <a:path w="3375" h="35" extrusionOk="0">
                  <a:moveTo>
                    <a:pt x="0" y="0"/>
                  </a:moveTo>
                  <a:lnTo>
                    <a:pt x="0" y="34"/>
                  </a:lnTo>
                  <a:lnTo>
                    <a:pt x="3375" y="34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49"/>
            <p:cNvSpPr/>
            <p:nvPr/>
          </p:nvSpPr>
          <p:spPr>
            <a:xfrm>
              <a:off x="327925" y="4083200"/>
              <a:ext cx="1150" cy="181600"/>
            </a:xfrm>
            <a:custGeom>
              <a:avLst/>
              <a:gdLst/>
              <a:ahLst/>
              <a:cxnLst/>
              <a:rect l="l" t="t" r="r" b="b"/>
              <a:pathLst>
                <a:path w="23" h="3632" extrusionOk="0">
                  <a:moveTo>
                    <a:pt x="0" y="0"/>
                  </a:moveTo>
                  <a:lnTo>
                    <a:pt x="0" y="3631"/>
                  </a:lnTo>
                  <a:lnTo>
                    <a:pt x="23" y="363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107225" y="4313350"/>
              <a:ext cx="95050" cy="2250"/>
            </a:xfrm>
            <a:custGeom>
              <a:avLst/>
              <a:gdLst/>
              <a:ahLst/>
              <a:cxnLst/>
              <a:rect l="l" t="t" r="r" b="b"/>
              <a:pathLst>
                <a:path w="1901" h="45" extrusionOk="0">
                  <a:moveTo>
                    <a:pt x="1" y="0"/>
                  </a:moveTo>
                  <a:lnTo>
                    <a:pt x="1" y="45"/>
                  </a:lnTo>
                  <a:lnTo>
                    <a:pt x="1900" y="45"/>
                  </a:lnTo>
                  <a:lnTo>
                    <a:pt x="1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107225" y="4208850"/>
              <a:ext cx="2300" cy="106750"/>
            </a:xfrm>
            <a:custGeom>
              <a:avLst/>
              <a:gdLst/>
              <a:ahLst/>
              <a:cxnLst/>
              <a:rect l="l" t="t" r="r" b="b"/>
              <a:pathLst>
                <a:path w="46" h="2135" extrusionOk="0">
                  <a:moveTo>
                    <a:pt x="1" y="1"/>
                  </a:moveTo>
                  <a:lnTo>
                    <a:pt x="1" y="2135"/>
                  </a:lnTo>
                  <a:lnTo>
                    <a:pt x="46" y="2135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202225" y="4254100"/>
              <a:ext cx="126850" cy="61500"/>
            </a:xfrm>
            <a:custGeom>
              <a:avLst/>
              <a:gdLst/>
              <a:ahLst/>
              <a:cxnLst/>
              <a:rect l="l" t="t" r="r" b="b"/>
              <a:pathLst>
                <a:path w="2537" h="1230" extrusionOk="0">
                  <a:moveTo>
                    <a:pt x="1721" y="1"/>
                  </a:moveTo>
                  <a:cubicBezTo>
                    <a:pt x="939" y="1"/>
                    <a:pt x="246" y="493"/>
                    <a:pt x="0" y="1230"/>
                  </a:cubicBezTo>
                  <a:lnTo>
                    <a:pt x="45" y="1230"/>
                  </a:lnTo>
                  <a:cubicBezTo>
                    <a:pt x="291" y="515"/>
                    <a:pt x="961" y="46"/>
                    <a:pt x="1721" y="46"/>
                  </a:cubicBezTo>
                  <a:cubicBezTo>
                    <a:pt x="2000" y="46"/>
                    <a:pt x="2257" y="102"/>
                    <a:pt x="2503" y="224"/>
                  </a:cubicBezTo>
                  <a:lnTo>
                    <a:pt x="2537" y="213"/>
                  </a:lnTo>
                  <a:lnTo>
                    <a:pt x="2525" y="180"/>
                  </a:lnTo>
                  <a:cubicBezTo>
                    <a:pt x="2280" y="57"/>
                    <a:pt x="2011" y="1"/>
                    <a:pt x="1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107225" y="4081500"/>
              <a:ext cx="54250" cy="127400"/>
            </a:xfrm>
            <a:custGeom>
              <a:avLst/>
              <a:gdLst/>
              <a:ahLst/>
              <a:cxnLst/>
              <a:rect l="l" t="t" r="r" b="b"/>
              <a:pathLst>
                <a:path w="1085" h="2548" extrusionOk="0">
                  <a:moveTo>
                    <a:pt x="1051" y="0"/>
                  </a:moveTo>
                  <a:lnTo>
                    <a:pt x="1" y="2548"/>
                  </a:lnTo>
                  <a:lnTo>
                    <a:pt x="57" y="2548"/>
                  </a:lnTo>
                  <a:lnTo>
                    <a:pt x="10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697175" y="4049650"/>
              <a:ext cx="22950" cy="41950"/>
            </a:xfrm>
            <a:custGeom>
              <a:avLst/>
              <a:gdLst/>
              <a:ahLst/>
              <a:cxnLst/>
              <a:rect l="l" t="t" r="r" b="b"/>
              <a:pathLst>
                <a:path w="459" h="839" extrusionOk="0">
                  <a:moveTo>
                    <a:pt x="1" y="1"/>
                  </a:moveTo>
                  <a:lnTo>
                    <a:pt x="1" y="839"/>
                  </a:lnTo>
                  <a:lnTo>
                    <a:pt x="459" y="4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743525" y="4121700"/>
              <a:ext cx="40850" cy="23000"/>
            </a:xfrm>
            <a:custGeom>
              <a:avLst/>
              <a:gdLst/>
              <a:ahLst/>
              <a:cxnLst/>
              <a:rect l="l" t="t" r="r" b="b"/>
              <a:pathLst>
                <a:path w="817" h="460" extrusionOk="0">
                  <a:moveTo>
                    <a:pt x="1" y="1"/>
                  </a:moveTo>
                  <a:lnTo>
                    <a:pt x="414" y="459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49"/>
            <p:cNvSpPr/>
            <p:nvPr/>
          </p:nvSpPr>
          <p:spPr>
            <a:xfrm>
              <a:off x="697175" y="4161400"/>
              <a:ext cx="22950" cy="41950"/>
            </a:xfrm>
            <a:custGeom>
              <a:avLst/>
              <a:gdLst/>
              <a:ahLst/>
              <a:cxnLst/>
              <a:rect l="l" t="t" r="r" b="b"/>
              <a:pathLst>
                <a:path w="459" h="839" extrusionOk="0">
                  <a:moveTo>
                    <a:pt x="459" y="0"/>
                  </a:moveTo>
                  <a:lnTo>
                    <a:pt x="1" y="414"/>
                  </a:lnTo>
                  <a:lnTo>
                    <a:pt x="459" y="838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49"/>
            <p:cNvSpPr/>
            <p:nvPr/>
          </p:nvSpPr>
          <p:spPr>
            <a:xfrm>
              <a:off x="718425" y="4064200"/>
              <a:ext cx="53100" cy="53100"/>
            </a:xfrm>
            <a:custGeom>
              <a:avLst/>
              <a:gdLst/>
              <a:ahLst/>
              <a:cxnLst/>
              <a:rect l="l" t="t" r="r" b="b"/>
              <a:pathLst>
                <a:path w="1062" h="1062" extrusionOk="0">
                  <a:moveTo>
                    <a:pt x="0" y="0"/>
                  </a:moveTo>
                  <a:lnTo>
                    <a:pt x="134" y="123"/>
                  </a:lnTo>
                  <a:lnTo>
                    <a:pt x="0" y="246"/>
                  </a:lnTo>
                  <a:cubicBezTo>
                    <a:pt x="402" y="335"/>
                    <a:pt x="726" y="659"/>
                    <a:pt x="793" y="1062"/>
                  </a:cubicBezTo>
                  <a:lnTo>
                    <a:pt x="1062" y="1062"/>
                  </a:lnTo>
                  <a:cubicBezTo>
                    <a:pt x="972" y="514"/>
                    <a:pt x="536" y="9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647475" y="4142400"/>
              <a:ext cx="52000" cy="46950"/>
            </a:xfrm>
            <a:custGeom>
              <a:avLst/>
              <a:gdLst/>
              <a:ahLst/>
              <a:cxnLst/>
              <a:rect l="l" t="t" r="r" b="b"/>
              <a:pathLst>
                <a:path w="1040" h="939" extrusionOk="0">
                  <a:moveTo>
                    <a:pt x="0" y="0"/>
                  </a:moveTo>
                  <a:cubicBezTo>
                    <a:pt x="134" y="492"/>
                    <a:pt x="536" y="850"/>
                    <a:pt x="1039" y="939"/>
                  </a:cubicBezTo>
                  <a:lnTo>
                    <a:pt x="894" y="816"/>
                  </a:lnTo>
                  <a:lnTo>
                    <a:pt x="1039" y="671"/>
                  </a:lnTo>
                  <a:cubicBezTo>
                    <a:pt x="671" y="604"/>
                    <a:pt x="380" y="336"/>
                    <a:pt x="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645775" y="4065850"/>
              <a:ext cx="47550" cy="52000"/>
            </a:xfrm>
            <a:custGeom>
              <a:avLst/>
              <a:gdLst/>
              <a:ahLst/>
              <a:cxnLst/>
              <a:rect l="l" t="t" r="r" b="b"/>
              <a:pathLst>
                <a:path w="951" h="1040" extrusionOk="0">
                  <a:moveTo>
                    <a:pt x="950" y="1"/>
                  </a:moveTo>
                  <a:cubicBezTo>
                    <a:pt x="459" y="124"/>
                    <a:pt x="79" y="526"/>
                    <a:pt x="1" y="1029"/>
                  </a:cubicBezTo>
                  <a:lnTo>
                    <a:pt x="124" y="894"/>
                  </a:lnTo>
                  <a:lnTo>
                    <a:pt x="258" y="1040"/>
                  </a:lnTo>
                  <a:cubicBezTo>
                    <a:pt x="336" y="660"/>
                    <a:pt x="593" y="369"/>
                    <a:pt x="950" y="258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723975" y="4140700"/>
              <a:ext cx="45300" cy="46450"/>
            </a:xfrm>
            <a:custGeom>
              <a:avLst/>
              <a:gdLst/>
              <a:ahLst/>
              <a:cxnLst/>
              <a:rect l="l" t="t" r="r" b="b"/>
              <a:pathLst>
                <a:path w="906" h="929" extrusionOk="0">
                  <a:moveTo>
                    <a:pt x="649" y="1"/>
                  </a:moveTo>
                  <a:cubicBezTo>
                    <a:pt x="560" y="314"/>
                    <a:pt x="303" y="559"/>
                    <a:pt x="1" y="660"/>
                  </a:cubicBezTo>
                  <a:lnTo>
                    <a:pt x="1" y="928"/>
                  </a:lnTo>
                  <a:cubicBezTo>
                    <a:pt x="425" y="828"/>
                    <a:pt x="783" y="492"/>
                    <a:pt x="906" y="68"/>
                  </a:cubicBezTo>
                  <a:lnTo>
                    <a:pt x="906" y="68"/>
                  </a:lnTo>
                  <a:lnTo>
                    <a:pt x="805" y="180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49"/>
            <p:cNvSpPr/>
            <p:nvPr/>
          </p:nvSpPr>
          <p:spPr>
            <a:xfrm>
              <a:off x="631825" y="4115000"/>
              <a:ext cx="41950" cy="23550"/>
            </a:xfrm>
            <a:custGeom>
              <a:avLst/>
              <a:gdLst/>
              <a:ahLst/>
              <a:cxnLst/>
              <a:rect l="l" t="t" r="r" b="b"/>
              <a:pathLst>
                <a:path w="839" h="471" extrusionOk="0">
                  <a:moveTo>
                    <a:pt x="414" y="1"/>
                  </a:moveTo>
                  <a:lnTo>
                    <a:pt x="0" y="470"/>
                  </a:lnTo>
                  <a:lnTo>
                    <a:pt x="838" y="470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473" name="Google Shape;1473;p49"/>
          <p:cNvSpPr/>
          <p:nvPr/>
        </p:nvSpPr>
        <p:spPr>
          <a:xfrm>
            <a:off x="9399154" y="6419360"/>
            <a:ext cx="1196457" cy="195803"/>
          </a:xfrm>
          <a:custGeom>
            <a:avLst/>
            <a:gdLst/>
            <a:ahLst/>
            <a:cxnLst/>
            <a:rect l="l" t="t" r="r" b="b"/>
            <a:pathLst>
              <a:path w="19174" h="3130" extrusionOk="0">
                <a:moveTo>
                  <a:pt x="3911" y="1"/>
                </a:moveTo>
                <a:cubicBezTo>
                  <a:pt x="3609" y="1"/>
                  <a:pt x="3375" y="246"/>
                  <a:pt x="3375" y="537"/>
                </a:cubicBezTo>
                <a:cubicBezTo>
                  <a:pt x="3375" y="749"/>
                  <a:pt x="3498" y="928"/>
                  <a:pt x="3688" y="1006"/>
                </a:cubicBezTo>
                <a:lnTo>
                  <a:pt x="526" y="1006"/>
                </a:lnTo>
                <a:cubicBezTo>
                  <a:pt x="235" y="1006"/>
                  <a:pt x="1" y="1252"/>
                  <a:pt x="1" y="1543"/>
                </a:cubicBezTo>
                <a:cubicBezTo>
                  <a:pt x="1" y="1833"/>
                  <a:pt x="235" y="2068"/>
                  <a:pt x="526" y="2068"/>
                </a:cubicBezTo>
                <a:lnTo>
                  <a:pt x="2514" y="2068"/>
                </a:lnTo>
                <a:cubicBezTo>
                  <a:pt x="2291" y="2135"/>
                  <a:pt x="2135" y="2347"/>
                  <a:pt x="2135" y="2582"/>
                </a:cubicBezTo>
                <a:cubicBezTo>
                  <a:pt x="2135" y="2883"/>
                  <a:pt x="2369" y="3129"/>
                  <a:pt x="2682" y="3129"/>
                </a:cubicBezTo>
                <a:lnTo>
                  <a:pt x="11229" y="3129"/>
                </a:lnTo>
                <a:cubicBezTo>
                  <a:pt x="11520" y="3129"/>
                  <a:pt x="11766" y="2895"/>
                  <a:pt x="11766" y="2582"/>
                </a:cubicBezTo>
                <a:cubicBezTo>
                  <a:pt x="11766" y="2347"/>
                  <a:pt x="11620" y="2135"/>
                  <a:pt x="11397" y="2068"/>
                </a:cubicBezTo>
                <a:lnTo>
                  <a:pt x="15263" y="2068"/>
                </a:lnTo>
                <a:cubicBezTo>
                  <a:pt x="15553" y="2068"/>
                  <a:pt x="15788" y="1833"/>
                  <a:pt x="15788" y="1543"/>
                </a:cubicBezTo>
                <a:cubicBezTo>
                  <a:pt x="15788" y="1330"/>
                  <a:pt x="15665" y="1152"/>
                  <a:pt x="15486" y="1062"/>
                </a:cubicBezTo>
                <a:lnTo>
                  <a:pt x="18637" y="1062"/>
                </a:lnTo>
                <a:cubicBezTo>
                  <a:pt x="18939" y="1062"/>
                  <a:pt x="19173" y="827"/>
                  <a:pt x="19173" y="537"/>
                </a:cubicBezTo>
                <a:cubicBezTo>
                  <a:pt x="19162" y="235"/>
                  <a:pt x="18939" y="1"/>
                  <a:pt x="186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474" name="Google Shape;1474;p49"/>
          <p:cNvGrpSpPr/>
          <p:nvPr/>
        </p:nvGrpSpPr>
        <p:grpSpPr>
          <a:xfrm>
            <a:off x="10206484" y="6011850"/>
            <a:ext cx="284544" cy="422217"/>
            <a:chOff x="8873575" y="4119500"/>
            <a:chExt cx="228000" cy="337450"/>
          </a:xfrm>
        </p:grpSpPr>
        <p:sp>
          <p:nvSpPr>
            <p:cNvPr id="1475" name="Google Shape;1475;p49"/>
            <p:cNvSpPr/>
            <p:nvPr/>
          </p:nvSpPr>
          <p:spPr>
            <a:xfrm>
              <a:off x="8873575" y="4449100"/>
              <a:ext cx="228000" cy="7850"/>
            </a:xfrm>
            <a:custGeom>
              <a:avLst/>
              <a:gdLst/>
              <a:ahLst/>
              <a:cxnLst/>
              <a:rect l="l" t="t" r="r" b="b"/>
              <a:pathLst>
                <a:path w="4560" h="157" extrusionOk="0">
                  <a:moveTo>
                    <a:pt x="1" y="0"/>
                  </a:moveTo>
                  <a:lnTo>
                    <a:pt x="1" y="79"/>
                  </a:lnTo>
                  <a:cubicBezTo>
                    <a:pt x="1" y="123"/>
                    <a:pt x="1029" y="157"/>
                    <a:pt x="2280" y="157"/>
                  </a:cubicBezTo>
                  <a:cubicBezTo>
                    <a:pt x="3543" y="157"/>
                    <a:pt x="4560" y="123"/>
                    <a:pt x="4560" y="79"/>
                  </a:cubicBezTo>
                  <a:lnTo>
                    <a:pt x="45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49"/>
            <p:cNvSpPr/>
            <p:nvPr/>
          </p:nvSpPr>
          <p:spPr>
            <a:xfrm>
              <a:off x="8873575" y="4445750"/>
              <a:ext cx="228000" cy="6750"/>
            </a:xfrm>
            <a:custGeom>
              <a:avLst/>
              <a:gdLst/>
              <a:ahLst/>
              <a:cxnLst/>
              <a:rect l="l" t="t" r="r" b="b"/>
              <a:pathLst>
                <a:path w="4560" h="135" extrusionOk="0">
                  <a:moveTo>
                    <a:pt x="2280" y="0"/>
                  </a:moveTo>
                  <a:cubicBezTo>
                    <a:pt x="1018" y="0"/>
                    <a:pt x="1" y="23"/>
                    <a:pt x="1" y="67"/>
                  </a:cubicBezTo>
                  <a:cubicBezTo>
                    <a:pt x="1" y="101"/>
                    <a:pt x="1018" y="134"/>
                    <a:pt x="2280" y="134"/>
                  </a:cubicBezTo>
                  <a:cubicBezTo>
                    <a:pt x="3543" y="134"/>
                    <a:pt x="4560" y="101"/>
                    <a:pt x="4560" y="67"/>
                  </a:cubicBezTo>
                  <a:cubicBezTo>
                    <a:pt x="4560" y="23"/>
                    <a:pt x="3543" y="0"/>
                    <a:pt x="2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49"/>
            <p:cNvSpPr/>
            <p:nvPr/>
          </p:nvSpPr>
          <p:spPr>
            <a:xfrm>
              <a:off x="8885325" y="4122300"/>
              <a:ext cx="203950" cy="327950"/>
            </a:xfrm>
            <a:custGeom>
              <a:avLst/>
              <a:gdLst/>
              <a:ahLst/>
              <a:cxnLst/>
              <a:rect l="l" t="t" r="r" b="b"/>
              <a:pathLst>
                <a:path w="4079" h="6559" extrusionOk="0">
                  <a:moveTo>
                    <a:pt x="1" y="0"/>
                  </a:moveTo>
                  <a:lnTo>
                    <a:pt x="1" y="6559"/>
                  </a:lnTo>
                  <a:lnTo>
                    <a:pt x="4079" y="6559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49"/>
            <p:cNvSpPr/>
            <p:nvPr/>
          </p:nvSpPr>
          <p:spPr>
            <a:xfrm>
              <a:off x="8885875" y="4126200"/>
              <a:ext cx="203950" cy="8400"/>
            </a:xfrm>
            <a:custGeom>
              <a:avLst/>
              <a:gdLst/>
              <a:ahLst/>
              <a:cxnLst/>
              <a:rect l="l" t="t" r="r" b="b"/>
              <a:pathLst>
                <a:path w="4079" h="168" extrusionOk="0">
                  <a:moveTo>
                    <a:pt x="1" y="0"/>
                  </a:moveTo>
                  <a:lnTo>
                    <a:pt x="1" y="134"/>
                  </a:lnTo>
                  <a:cubicBezTo>
                    <a:pt x="369" y="157"/>
                    <a:pt x="1140" y="168"/>
                    <a:pt x="2034" y="168"/>
                  </a:cubicBezTo>
                  <a:cubicBezTo>
                    <a:pt x="2928" y="168"/>
                    <a:pt x="3699" y="157"/>
                    <a:pt x="4079" y="134"/>
                  </a:cubicBezTo>
                  <a:lnTo>
                    <a:pt x="407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49"/>
            <p:cNvSpPr/>
            <p:nvPr/>
          </p:nvSpPr>
          <p:spPr>
            <a:xfrm>
              <a:off x="8933375" y="4231800"/>
              <a:ext cx="109000" cy="108950"/>
            </a:xfrm>
            <a:custGeom>
              <a:avLst/>
              <a:gdLst/>
              <a:ahLst/>
              <a:cxnLst/>
              <a:rect l="l" t="t" r="r" b="b"/>
              <a:pathLst>
                <a:path w="2180" h="2179" extrusionOk="0">
                  <a:moveTo>
                    <a:pt x="1084" y="0"/>
                  </a:moveTo>
                  <a:cubicBezTo>
                    <a:pt x="704" y="0"/>
                    <a:pt x="369" y="190"/>
                    <a:pt x="179" y="492"/>
                  </a:cubicBezTo>
                  <a:cubicBezTo>
                    <a:pt x="67" y="659"/>
                    <a:pt x="0" y="872"/>
                    <a:pt x="0" y="1084"/>
                  </a:cubicBezTo>
                  <a:cubicBezTo>
                    <a:pt x="0" y="1307"/>
                    <a:pt x="67" y="1508"/>
                    <a:pt x="179" y="1687"/>
                  </a:cubicBezTo>
                  <a:cubicBezTo>
                    <a:pt x="369" y="1978"/>
                    <a:pt x="704" y="2179"/>
                    <a:pt x="1084" y="2179"/>
                  </a:cubicBezTo>
                  <a:cubicBezTo>
                    <a:pt x="1352" y="2179"/>
                    <a:pt x="1587" y="2089"/>
                    <a:pt x="1766" y="1944"/>
                  </a:cubicBezTo>
                  <a:cubicBezTo>
                    <a:pt x="2023" y="1743"/>
                    <a:pt x="2179" y="1441"/>
                    <a:pt x="2179" y="1084"/>
                  </a:cubicBezTo>
                  <a:cubicBezTo>
                    <a:pt x="2179" y="760"/>
                    <a:pt x="2023" y="447"/>
                    <a:pt x="1766" y="235"/>
                  </a:cubicBezTo>
                  <a:cubicBezTo>
                    <a:pt x="1587" y="89"/>
                    <a:pt x="1352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9"/>
            <p:cNvSpPr/>
            <p:nvPr/>
          </p:nvSpPr>
          <p:spPr>
            <a:xfrm>
              <a:off x="8873575" y="4122850"/>
              <a:ext cx="228000" cy="7850"/>
            </a:xfrm>
            <a:custGeom>
              <a:avLst/>
              <a:gdLst/>
              <a:ahLst/>
              <a:cxnLst/>
              <a:rect l="l" t="t" r="r" b="b"/>
              <a:pathLst>
                <a:path w="4560" h="157" extrusionOk="0">
                  <a:moveTo>
                    <a:pt x="1" y="0"/>
                  </a:moveTo>
                  <a:lnTo>
                    <a:pt x="1" y="90"/>
                  </a:lnTo>
                  <a:cubicBezTo>
                    <a:pt x="1" y="123"/>
                    <a:pt x="1029" y="157"/>
                    <a:pt x="2280" y="157"/>
                  </a:cubicBezTo>
                  <a:cubicBezTo>
                    <a:pt x="3543" y="157"/>
                    <a:pt x="4560" y="123"/>
                    <a:pt x="4560" y="90"/>
                  </a:cubicBezTo>
                  <a:lnTo>
                    <a:pt x="4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8873575" y="4119500"/>
              <a:ext cx="228000" cy="6750"/>
            </a:xfrm>
            <a:custGeom>
              <a:avLst/>
              <a:gdLst/>
              <a:ahLst/>
              <a:cxnLst/>
              <a:rect l="l" t="t" r="r" b="b"/>
              <a:pathLst>
                <a:path w="4560" h="135" extrusionOk="0">
                  <a:moveTo>
                    <a:pt x="2280" y="0"/>
                  </a:moveTo>
                  <a:cubicBezTo>
                    <a:pt x="1018" y="0"/>
                    <a:pt x="1" y="34"/>
                    <a:pt x="1" y="67"/>
                  </a:cubicBezTo>
                  <a:cubicBezTo>
                    <a:pt x="1" y="101"/>
                    <a:pt x="1018" y="134"/>
                    <a:pt x="2280" y="134"/>
                  </a:cubicBezTo>
                  <a:cubicBezTo>
                    <a:pt x="3543" y="134"/>
                    <a:pt x="4560" y="101"/>
                    <a:pt x="4560" y="67"/>
                  </a:cubicBezTo>
                  <a:cubicBezTo>
                    <a:pt x="4560" y="34"/>
                    <a:pt x="3543" y="0"/>
                    <a:pt x="2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8885875" y="4192650"/>
              <a:ext cx="203950" cy="3400"/>
            </a:xfrm>
            <a:custGeom>
              <a:avLst/>
              <a:gdLst/>
              <a:ahLst/>
              <a:cxnLst/>
              <a:rect l="l" t="t" r="r" b="b"/>
              <a:pathLst>
                <a:path w="4079" h="68" extrusionOk="0">
                  <a:moveTo>
                    <a:pt x="1" y="1"/>
                  </a:moveTo>
                  <a:lnTo>
                    <a:pt x="1" y="68"/>
                  </a:lnTo>
                  <a:lnTo>
                    <a:pt x="4079" y="68"/>
                  </a:lnTo>
                  <a:lnTo>
                    <a:pt x="4079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49"/>
            <p:cNvSpPr/>
            <p:nvPr/>
          </p:nvSpPr>
          <p:spPr>
            <a:xfrm>
              <a:off x="8885875" y="43720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0"/>
                  </a:moveTo>
                  <a:lnTo>
                    <a:pt x="1" y="79"/>
                  </a:lnTo>
                  <a:lnTo>
                    <a:pt x="4079" y="79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49"/>
            <p:cNvSpPr/>
            <p:nvPr/>
          </p:nvSpPr>
          <p:spPr>
            <a:xfrm>
              <a:off x="8938975" y="4237850"/>
              <a:ext cx="97800" cy="92300"/>
            </a:xfrm>
            <a:custGeom>
              <a:avLst/>
              <a:gdLst/>
              <a:ahLst/>
              <a:cxnLst/>
              <a:rect l="l" t="t" r="r" b="b"/>
              <a:pathLst>
                <a:path w="1956" h="1846" extrusionOk="0">
                  <a:moveTo>
                    <a:pt x="972" y="784"/>
                  </a:moveTo>
                  <a:cubicBezTo>
                    <a:pt x="1207" y="784"/>
                    <a:pt x="1207" y="1153"/>
                    <a:pt x="972" y="1153"/>
                  </a:cubicBezTo>
                  <a:cubicBezTo>
                    <a:pt x="738" y="1153"/>
                    <a:pt x="738" y="784"/>
                    <a:pt x="972" y="784"/>
                  </a:cubicBezTo>
                  <a:close/>
                  <a:moveTo>
                    <a:pt x="954" y="0"/>
                  </a:moveTo>
                  <a:cubicBezTo>
                    <a:pt x="784" y="0"/>
                    <a:pt x="613" y="46"/>
                    <a:pt x="458" y="147"/>
                  </a:cubicBezTo>
                  <a:cubicBezTo>
                    <a:pt x="536" y="348"/>
                    <a:pt x="671" y="561"/>
                    <a:pt x="793" y="773"/>
                  </a:cubicBezTo>
                  <a:cubicBezTo>
                    <a:pt x="749" y="818"/>
                    <a:pt x="726" y="873"/>
                    <a:pt x="704" y="929"/>
                  </a:cubicBezTo>
                  <a:cubicBezTo>
                    <a:pt x="458" y="940"/>
                    <a:pt x="224" y="952"/>
                    <a:pt x="0" y="996"/>
                  </a:cubicBezTo>
                  <a:cubicBezTo>
                    <a:pt x="0" y="1376"/>
                    <a:pt x="235" y="1678"/>
                    <a:pt x="570" y="1845"/>
                  </a:cubicBezTo>
                  <a:cubicBezTo>
                    <a:pt x="671" y="1656"/>
                    <a:pt x="782" y="1443"/>
                    <a:pt x="905" y="1220"/>
                  </a:cubicBezTo>
                  <a:cubicBezTo>
                    <a:pt x="928" y="1225"/>
                    <a:pt x="947" y="1228"/>
                    <a:pt x="967" y="1228"/>
                  </a:cubicBezTo>
                  <a:cubicBezTo>
                    <a:pt x="986" y="1228"/>
                    <a:pt x="1006" y="1225"/>
                    <a:pt x="1028" y="1220"/>
                  </a:cubicBezTo>
                  <a:cubicBezTo>
                    <a:pt x="1151" y="1443"/>
                    <a:pt x="1263" y="1656"/>
                    <a:pt x="1363" y="1845"/>
                  </a:cubicBezTo>
                  <a:cubicBezTo>
                    <a:pt x="1698" y="1678"/>
                    <a:pt x="1955" y="1376"/>
                    <a:pt x="1933" y="996"/>
                  </a:cubicBezTo>
                  <a:cubicBezTo>
                    <a:pt x="1855" y="996"/>
                    <a:pt x="1754" y="974"/>
                    <a:pt x="1654" y="974"/>
                  </a:cubicBezTo>
                  <a:cubicBezTo>
                    <a:pt x="1520" y="952"/>
                    <a:pt x="1374" y="940"/>
                    <a:pt x="1240" y="940"/>
                  </a:cubicBezTo>
                  <a:cubicBezTo>
                    <a:pt x="1229" y="873"/>
                    <a:pt x="1196" y="818"/>
                    <a:pt x="1151" y="773"/>
                  </a:cubicBezTo>
                  <a:cubicBezTo>
                    <a:pt x="1263" y="549"/>
                    <a:pt x="1397" y="337"/>
                    <a:pt x="1486" y="147"/>
                  </a:cubicBezTo>
                  <a:cubicBezTo>
                    <a:pt x="1323" y="54"/>
                    <a:pt x="1139" y="0"/>
                    <a:pt x="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8885875" y="43921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1"/>
                  </a:moveTo>
                  <a:lnTo>
                    <a:pt x="1" y="79"/>
                  </a:lnTo>
                  <a:lnTo>
                    <a:pt x="4079" y="79"/>
                  </a:lnTo>
                  <a:lnTo>
                    <a:pt x="4079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8885875" y="4212800"/>
              <a:ext cx="203950" cy="3950"/>
            </a:xfrm>
            <a:custGeom>
              <a:avLst/>
              <a:gdLst/>
              <a:ahLst/>
              <a:cxnLst/>
              <a:rect l="l" t="t" r="r" b="b"/>
              <a:pathLst>
                <a:path w="4079" h="79" extrusionOk="0">
                  <a:moveTo>
                    <a:pt x="1" y="0"/>
                  </a:moveTo>
                  <a:lnTo>
                    <a:pt x="1" y="78"/>
                  </a:lnTo>
                  <a:lnTo>
                    <a:pt x="4079" y="78"/>
                  </a:lnTo>
                  <a:lnTo>
                    <a:pt x="4079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8874725" y="4196600"/>
              <a:ext cx="225150" cy="16800"/>
            </a:xfrm>
            <a:custGeom>
              <a:avLst/>
              <a:gdLst/>
              <a:ahLst/>
              <a:cxnLst/>
              <a:rect l="l" t="t" r="r" b="b"/>
              <a:pathLst>
                <a:path w="4503" h="336" extrusionOk="0">
                  <a:moveTo>
                    <a:pt x="146" y="0"/>
                  </a:moveTo>
                  <a:cubicBezTo>
                    <a:pt x="112" y="0"/>
                    <a:pt x="67" y="22"/>
                    <a:pt x="34" y="56"/>
                  </a:cubicBezTo>
                  <a:cubicBezTo>
                    <a:pt x="11" y="90"/>
                    <a:pt x="0" y="134"/>
                    <a:pt x="0" y="168"/>
                  </a:cubicBezTo>
                  <a:cubicBezTo>
                    <a:pt x="0" y="268"/>
                    <a:pt x="67" y="335"/>
                    <a:pt x="146" y="335"/>
                  </a:cubicBezTo>
                  <a:lnTo>
                    <a:pt x="4358" y="335"/>
                  </a:lnTo>
                  <a:cubicBezTo>
                    <a:pt x="4436" y="335"/>
                    <a:pt x="4503" y="268"/>
                    <a:pt x="4503" y="168"/>
                  </a:cubicBezTo>
                  <a:cubicBezTo>
                    <a:pt x="4503" y="78"/>
                    <a:pt x="4436" y="0"/>
                    <a:pt x="4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49"/>
            <p:cNvSpPr/>
            <p:nvPr/>
          </p:nvSpPr>
          <p:spPr>
            <a:xfrm>
              <a:off x="8874725" y="4375900"/>
              <a:ext cx="225150" cy="16250"/>
            </a:xfrm>
            <a:custGeom>
              <a:avLst/>
              <a:gdLst/>
              <a:ahLst/>
              <a:cxnLst/>
              <a:rect l="l" t="t" r="r" b="b"/>
              <a:pathLst>
                <a:path w="4503" h="325" extrusionOk="0">
                  <a:moveTo>
                    <a:pt x="146" y="1"/>
                  </a:moveTo>
                  <a:cubicBezTo>
                    <a:pt x="112" y="1"/>
                    <a:pt x="67" y="12"/>
                    <a:pt x="34" y="45"/>
                  </a:cubicBezTo>
                  <a:cubicBezTo>
                    <a:pt x="11" y="79"/>
                    <a:pt x="0" y="124"/>
                    <a:pt x="0" y="157"/>
                  </a:cubicBezTo>
                  <a:cubicBezTo>
                    <a:pt x="0" y="258"/>
                    <a:pt x="67" y="325"/>
                    <a:pt x="146" y="325"/>
                  </a:cubicBezTo>
                  <a:lnTo>
                    <a:pt x="4358" y="325"/>
                  </a:lnTo>
                  <a:cubicBezTo>
                    <a:pt x="4436" y="325"/>
                    <a:pt x="4503" y="258"/>
                    <a:pt x="4503" y="157"/>
                  </a:cubicBezTo>
                  <a:cubicBezTo>
                    <a:pt x="4503" y="68"/>
                    <a:pt x="4436" y="1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49"/>
            <p:cNvSpPr/>
            <p:nvPr/>
          </p:nvSpPr>
          <p:spPr>
            <a:xfrm>
              <a:off x="8898175" y="4139600"/>
              <a:ext cx="44200" cy="298350"/>
            </a:xfrm>
            <a:custGeom>
              <a:avLst/>
              <a:gdLst/>
              <a:ahLst/>
              <a:cxnLst/>
              <a:rect l="l" t="t" r="r" b="b"/>
              <a:pathLst>
                <a:path w="884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883" y="5967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9021625" y="4139600"/>
              <a:ext cx="37500" cy="298350"/>
            </a:xfrm>
            <a:custGeom>
              <a:avLst/>
              <a:gdLst/>
              <a:ahLst/>
              <a:cxnLst/>
              <a:rect l="l" t="t" r="r" b="b"/>
              <a:pathLst>
                <a:path w="750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749" y="596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49"/>
            <p:cNvSpPr/>
            <p:nvPr/>
          </p:nvSpPr>
          <p:spPr>
            <a:xfrm>
              <a:off x="9066325" y="4139600"/>
              <a:ext cx="12900" cy="298350"/>
            </a:xfrm>
            <a:custGeom>
              <a:avLst/>
              <a:gdLst/>
              <a:ahLst/>
              <a:cxnLst/>
              <a:rect l="l" t="t" r="r" b="b"/>
              <a:pathLst>
                <a:path w="258" h="5967" extrusionOk="0">
                  <a:moveTo>
                    <a:pt x="1" y="0"/>
                  </a:moveTo>
                  <a:lnTo>
                    <a:pt x="1" y="5967"/>
                  </a:lnTo>
                  <a:lnTo>
                    <a:pt x="258" y="596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2" name="Google Shape;1492;p49"/>
          <p:cNvGrpSpPr/>
          <p:nvPr/>
        </p:nvGrpSpPr>
        <p:grpSpPr>
          <a:xfrm>
            <a:off x="9787469" y="6162808"/>
            <a:ext cx="421887" cy="285273"/>
            <a:chOff x="8537825" y="4240150"/>
            <a:chExt cx="338050" cy="228000"/>
          </a:xfrm>
        </p:grpSpPr>
        <p:sp>
          <p:nvSpPr>
            <p:cNvPr id="1493" name="Google Shape;1493;p49"/>
            <p:cNvSpPr/>
            <p:nvPr/>
          </p:nvSpPr>
          <p:spPr>
            <a:xfrm>
              <a:off x="8868025" y="4240150"/>
              <a:ext cx="7850" cy="228000"/>
            </a:xfrm>
            <a:custGeom>
              <a:avLst/>
              <a:gdLst/>
              <a:ahLst/>
              <a:cxnLst/>
              <a:rect l="l" t="t" r="r" b="b"/>
              <a:pathLst>
                <a:path w="157" h="4560" extrusionOk="0">
                  <a:moveTo>
                    <a:pt x="0" y="1"/>
                  </a:moveTo>
                  <a:lnTo>
                    <a:pt x="0" y="4559"/>
                  </a:lnTo>
                  <a:lnTo>
                    <a:pt x="90" y="4559"/>
                  </a:lnTo>
                  <a:cubicBezTo>
                    <a:pt x="123" y="4559"/>
                    <a:pt x="157" y="3531"/>
                    <a:pt x="157" y="2280"/>
                  </a:cubicBezTo>
                  <a:cubicBezTo>
                    <a:pt x="157" y="1017"/>
                    <a:pt x="123" y="1"/>
                    <a:pt x="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49"/>
            <p:cNvSpPr/>
            <p:nvPr/>
          </p:nvSpPr>
          <p:spPr>
            <a:xfrm>
              <a:off x="8864675" y="4240150"/>
              <a:ext cx="6750" cy="227450"/>
            </a:xfrm>
            <a:custGeom>
              <a:avLst/>
              <a:gdLst/>
              <a:ahLst/>
              <a:cxnLst/>
              <a:rect l="l" t="t" r="r" b="b"/>
              <a:pathLst>
                <a:path w="135" h="4549" extrusionOk="0">
                  <a:moveTo>
                    <a:pt x="67" y="1"/>
                  </a:moveTo>
                  <a:cubicBezTo>
                    <a:pt x="34" y="1"/>
                    <a:pt x="0" y="1017"/>
                    <a:pt x="0" y="2280"/>
                  </a:cubicBezTo>
                  <a:cubicBezTo>
                    <a:pt x="0" y="3531"/>
                    <a:pt x="34" y="4548"/>
                    <a:pt x="67" y="4548"/>
                  </a:cubicBezTo>
                  <a:cubicBezTo>
                    <a:pt x="112" y="4548"/>
                    <a:pt x="134" y="3531"/>
                    <a:pt x="134" y="2280"/>
                  </a:cubicBezTo>
                  <a:cubicBezTo>
                    <a:pt x="134" y="1017"/>
                    <a:pt x="112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49"/>
            <p:cNvSpPr/>
            <p:nvPr/>
          </p:nvSpPr>
          <p:spPr>
            <a:xfrm>
              <a:off x="8540625" y="4251900"/>
              <a:ext cx="328000" cy="203950"/>
            </a:xfrm>
            <a:custGeom>
              <a:avLst/>
              <a:gdLst/>
              <a:ahLst/>
              <a:cxnLst/>
              <a:rect l="l" t="t" r="r" b="b"/>
              <a:pathLst>
                <a:path w="6560" h="4079" extrusionOk="0">
                  <a:moveTo>
                    <a:pt x="1" y="0"/>
                  </a:moveTo>
                  <a:lnTo>
                    <a:pt x="1" y="4078"/>
                  </a:lnTo>
                  <a:lnTo>
                    <a:pt x="6559" y="4078"/>
                  </a:lnTo>
                  <a:lnTo>
                    <a:pt x="65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49"/>
            <p:cNvSpPr/>
            <p:nvPr/>
          </p:nvSpPr>
          <p:spPr>
            <a:xfrm>
              <a:off x="8545125" y="4251900"/>
              <a:ext cx="8400" cy="203950"/>
            </a:xfrm>
            <a:custGeom>
              <a:avLst/>
              <a:gdLst/>
              <a:ahLst/>
              <a:cxnLst/>
              <a:rect l="l" t="t" r="r" b="b"/>
              <a:pathLst>
                <a:path w="1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123" y="4078"/>
                  </a:lnTo>
                  <a:cubicBezTo>
                    <a:pt x="145" y="3710"/>
                    <a:pt x="168" y="2939"/>
                    <a:pt x="168" y="2045"/>
                  </a:cubicBezTo>
                  <a:cubicBezTo>
                    <a:pt x="168" y="1151"/>
                    <a:pt x="145" y="380"/>
                    <a:pt x="123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49"/>
            <p:cNvSpPr/>
            <p:nvPr/>
          </p:nvSpPr>
          <p:spPr>
            <a:xfrm>
              <a:off x="8651275" y="4299350"/>
              <a:ext cx="108950" cy="109000"/>
            </a:xfrm>
            <a:custGeom>
              <a:avLst/>
              <a:gdLst/>
              <a:ahLst/>
              <a:cxnLst/>
              <a:rect l="l" t="t" r="r" b="b"/>
              <a:pathLst>
                <a:path w="2179" h="2180" extrusionOk="0">
                  <a:moveTo>
                    <a:pt x="1084" y="1"/>
                  </a:moveTo>
                  <a:cubicBezTo>
                    <a:pt x="737" y="1"/>
                    <a:pt x="425" y="169"/>
                    <a:pt x="235" y="414"/>
                  </a:cubicBezTo>
                  <a:cubicBezTo>
                    <a:pt x="78" y="593"/>
                    <a:pt x="0" y="828"/>
                    <a:pt x="0" y="1096"/>
                  </a:cubicBezTo>
                  <a:cubicBezTo>
                    <a:pt x="0" y="1476"/>
                    <a:pt x="190" y="1811"/>
                    <a:pt x="480" y="2001"/>
                  </a:cubicBezTo>
                  <a:cubicBezTo>
                    <a:pt x="648" y="2113"/>
                    <a:pt x="860" y="2180"/>
                    <a:pt x="1084" y="2180"/>
                  </a:cubicBezTo>
                  <a:cubicBezTo>
                    <a:pt x="1307" y="2180"/>
                    <a:pt x="1508" y="2113"/>
                    <a:pt x="1687" y="2001"/>
                  </a:cubicBezTo>
                  <a:cubicBezTo>
                    <a:pt x="1978" y="1811"/>
                    <a:pt x="2179" y="1476"/>
                    <a:pt x="2179" y="1096"/>
                  </a:cubicBezTo>
                  <a:cubicBezTo>
                    <a:pt x="2179" y="828"/>
                    <a:pt x="2089" y="593"/>
                    <a:pt x="1933" y="414"/>
                  </a:cubicBezTo>
                  <a:cubicBezTo>
                    <a:pt x="1743" y="157"/>
                    <a:pt x="1430" y="1"/>
                    <a:pt x="10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49"/>
            <p:cNvSpPr/>
            <p:nvPr/>
          </p:nvSpPr>
          <p:spPr>
            <a:xfrm>
              <a:off x="8541175" y="4240150"/>
              <a:ext cx="7900" cy="228000"/>
            </a:xfrm>
            <a:custGeom>
              <a:avLst/>
              <a:gdLst/>
              <a:ahLst/>
              <a:cxnLst/>
              <a:rect l="l" t="t" r="r" b="b"/>
              <a:pathLst>
                <a:path w="158" h="4560" extrusionOk="0">
                  <a:moveTo>
                    <a:pt x="1" y="1"/>
                  </a:moveTo>
                  <a:lnTo>
                    <a:pt x="1" y="4559"/>
                  </a:lnTo>
                  <a:lnTo>
                    <a:pt x="90" y="4559"/>
                  </a:lnTo>
                  <a:cubicBezTo>
                    <a:pt x="124" y="4559"/>
                    <a:pt x="157" y="3531"/>
                    <a:pt x="157" y="2280"/>
                  </a:cubicBezTo>
                  <a:cubicBezTo>
                    <a:pt x="157" y="1017"/>
                    <a:pt x="124" y="1"/>
                    <a:pt x="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8537825" y="4240150"/>
              <a:ext cx="7350" cy="227450"/>
            </a:xfrm>
            <a:custGeom>
              <a:avLst/>
              <a:gdLst/>
              <a:ahLst/>
              <a:cxnLst/>
              <a:rect l="l" t="t" r="r" b="b"/>
              <a:pathLst>
                <a:path w="147" h="4549" extrusionOk="0">
                  <a:moveTo>
                    <a:pt x="68" y="1"/>
                  </a:moveTo>
                  <a:cubicBezTo>
                    <a:pt x="34" y="1"/>
                    <a:pt x="1" y="1017"/>
                    <a:pt x="1" y="2280"/>
                  </a:cubicBezTo>
                  <a:cubicBezTo>
                    <a:pt x="1" y="3531"/>
                    <a:pt x="34" y="4548"/>
                    <a:pt x="68" y="4548"/>
                  </a:cubicBezTo>
                  <a:cubicBezTo>
                    <a:pt x="113" y="4548"/>
                    <a:pt x="146" y="3531"/>
                    <a:pt x="146" y="2280"/>
                  </a:cubicBezTo>
                  <a:cubicBezTo>
                    <a:pt x="146" y="1017"/>
                    <a:pt x="113" y="1"/>
                    <a:pt x="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86121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1" y="0"/>
                  </a:moveTo>
                  <a:lnTo>
                    <a:pt x="1" y="4078"/>
                  </a:lnTo>
                  <a:lnTo>
                    <a:pt x="68" y="407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9"/>
            <p:cNvSpPr/>
            <p:nvPr/>
          </p:nvSpPr>
          <p:spPr>
            <a:xfrm>
              <a:off x="87909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67" y="407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9"/>
            <p:cNvSpPr/>
            <p:nvPr/>
          </p:nvSpPr>
          <p:spPr>
            <a:xfrm>
              <a:off x="8652925" y="4306000"/>
              <a:ext cx="95600" cy="96750"/>
            </a:xfrm>
            <a:custGeom>
              <a:avLst/>
              <a:gdLst/>
              <a:ahLst/>
              <a:cxnLst/>
              <a:rect l="l" t="t" r="r" b="b"/>
              <a:pathLst>
                <a:path w="1912" h="1935" extrusionOk="0">
                  <a:moveTo>
                    <a:pt x="1044" y="787"/>
                  </a:moveTo>
                  <a:cubicBezTo>
                    <a:pt x="1135" y="787"/>
                    <a:pt x="1224" y="846"/>
                    <a:pt x="1218" y="963"/>
                  </a:cubicBezTo>
                  <a:cubicBezTo>
                    <a:pt x="1218" y="1080"/>
                    <a:pt x="1129" y="1139"/>
                    <a:pt x="1040" y="1139"/>
                  </a:cubicBezTo>
                  <a:cubicBezTo>
                    <a:pt x="950" y="1139"/>
                    <a:pt x="861" y="1080"/>
                    <a:pt x="861" y="963"/>
                  </a:cubicBezTo>
                  <a:cubicBezTo>
                    <a:pt x="861" y="846"/>
                    <a:pt x="953" y="787"/>
                    <a:pt x="1044" y="787"/>
                  </a:cubicBezTo>
                  <a:close/>
                  <a:moveTo>
                    <a:pt x="1108" y="1"/>
                  </a:moveTo>
                  <a:cubicBezTo>
                    <a:pt x="1093" y="1"/>
                    <a:pt x="1077" y="1"/>
                    <a:pt x="1062" y="2"/>
                  </a:cubicBezTo>
                  <a:cubicBezTo>
                    <a:pt x="1062" y="80"/>
                    <a:pt x="1051" y="181"/>
                    <a:pt x="1040" y="281"/>
                  </a:cubicBezTo>
                  <a:cubicBezTo>
                    <a:pt x="1028" y="415"/>
                    <a:pt x="1006" y="561"/>
                    <a:pt x="1006" y="695"/>
                  </a:cubicBezTo>
                  <a:cubicBezTo>
                    <a:pt x="939" y="706"/>
                    <a:pt x="883" y="739"/>
                    <a:pt x="839" y="784"/>
                  </a:cubicBezTo>
                  <a:cubicBezTo>
                    <a:pt x="615" y="672"/>
                    <a:pt x="414" y="538"/>
                    <a:pt x="213" y="449"/>
                  </a:cubicBezTo>
                  <a:cubicBezTo>
                    <a:pt x="34" y="762"/>
                    <a:pt x="1" y="1153"/>
                    <a:pt x="213" y="1477"/>
                  </a:cubicBezTo>
                  <a:cubicBezTo>
                    <a:pt x="425" y="1399"/>
                    <a:pt x="637" y="1265"/>
                    <a:pt x="839" y="1142"/>
                  </a:cubicBezTo>
                  <a:cubicBezTo>
                    <a:pt x="883" y="1186"/>
                    <a:pt x="939" y="1209"/>
                    <a:pt x="995" y="1231"/>
                  </a:cubicBezTo>
                  <a:cubicBezTo>
                    <a:pt x="1006" y="1477"/>
                    <a:pt x="1028" y="1712"/>
                    <a:pt x="1062" y="1935"/>
                  </a:cubicBezTo>
                  <a:cubicBezTo>
                    <a:pt x="1442" y="1935"/>
                    <a:pt x="1755" y="1700"/>
                    <a:pt x="1911" y="1365"/>
                  </a:cubicBezTo>
                  <a:cubicBezTo>
                    <a:pt x="1721" y="1265"/>
                    <a:pt x="1509" y="1153"/>
                    <a:pt x="1285" y="1030"/>
                  </a:cubicBezTo>
                  <a:cubicBezTo>
                    <a:pt x="1297" y="985"/>
                    <a:pt x="1297" y="952"/>
                    <a:pt x="1285" y="907"/>
                  </a:cubicBezTo>
                  <a:cubicBezTo>
                    <a:pt x="1509" y="784"/>
                    <a:pt x="1721" y="672"/>
                    <a:pt x="1911" y="572"/>
                  </a:cubicBezTo>
                  <a:cubicBezTo>
                    <a:pt x="1750" y="250"/>
                    <a:pt x="1466" y="1"/>
                    <a:pt x="11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881102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1" y="0"/>
                  </a:moveTo>
                  <a:lnTo>
                    <a:pt x="1" y="615"/>
                  </a:lnTo>
                  <a:lnTo>
                    <a:pt x="1" y="4078"/>
                  </a:lnTo>
                  <a:lnTo>
                    <a:pt x="68" y="407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8632275" y="4251900"/>
              <a:ext cx="3400" cy="203950"/>
            </a:xfrm>
            <a:custGeom>
              <a:avLst/>
              <a:gdLst/>
              <a:ahLst/>
              <a:cxnLst/>
              <a:rect l="l" t="t" r="r" b="b"/>
              <a:pathLst>
                <a:path w="68" h="4079" extrusionOk="0">
                  <a:moveTo>
                    <a:pt x="0" y="0"/>
                  </a:moveTo>
                  <a:lnTo>
                    <a:pt x="0" y="4078"/>
                  </a:lnTo>
                  <a:lnTo>
                    <a:pt x="67" y="407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8615475" y="4241850"/>
              <a:ext cx="16850" cy="225150"/>
            </a:xfrm>
            <a:custGeom>
              <a:avLst/>
              <a:gdLst/>
              <a:ahLst/>
              <a:cxnLst/>
              <a:rect l="l" t="t" r="r" b="b"/>
              <a:pathLst>
                <a:path w="337" h="4503" extrusionOk="0">
                  <a:moveTo>
                    <a:pt x="169" y="0"/>
                  </a:moveTo>
                  <a:cubicBezTo>
                    <a:pt x="68" y="0"/>
                    <a:pt x="1" y="67"/>
                    <a:pt x="1" y="145"/>
                  </a:cubicBezTo>
                  <a:lnTo>
                    <a:pt x="1" y="414"/>
                  </a:lnTo>
                  <a:lnTo>
                    <a:pt x="1" y="659"/>
                  </a:lnTo>
                  <a:lnTo>
                    <a:pt x="1" y="816"/>
                  </a:lnTo>
                  <a:lnTo>
                    <a:pt x="1" y="1553"/>
                  </a:lnTo>
                  <a:lnTo>
                    <a:pt x="1" y="3151"/>
                  </a:lnTo>
                  <a:lnTo>
                    <a:pt x="1" y="4034"/>
                  </a:lnTo>
                  <a:lnTo>
                    <a:pt x="1" y="4346"/>
                  </a:lnTo>
                  <a:cubicBezTo>
                    <a:pt x="1" y="4391"/>
                    <a:pt x="12" y="4436"/>
                    <a:pt x="57" y="4458"/>
                  </a:cubicBezTo>
                  <a:cubicBezTo>
                    <a:pt x="79" y="4492"/>
                    <a:pt x="124" y="4503"/>
                    <a:pt x="169" y="4503"/>
                  </a:cubicBezTo>
                  <a:cubicBezTo>
                    <a:pt x="269" y="4503"/>
                    <a:pt x="336" y="4436"/>
                    <a:pt x="336" y="4346"/>
                  </a:cubicBezTo>
                  <a:lnTo>
                    <a:pt x="336" y="4034"/>
                  </a:lnTo>
                  <a:lnTo>
                    <a:pt x="336" y="3151"/>
                  </a:lnTo>
                  <a:lnTo>
                    <a:pt x="336" y="1553"/>
                  </a:lnTo>
                  <a:lnTo>
                    <a:pt x="336" y="816"/>
                  </a:lnTo>
                  <a:lnTo>
                    <a:pt x="336" y="671"/>
                  </a:lnTo>
                  <a:lnTo>
                    <a:pt x="336" y="414"/>
                  </a:lnTo>
                  <a:lnTo>
                    <a:pt x="336" y="145"/>
                  </a:lnTo>
                  <a:cubicBezTo>
                    <a:pt x="336" y="67"/>
                    <a:pt x="26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8794275" y="4241250"/>
              <a:ext cx="16800" cy="225750"/>
            </a:xfrm>
            <a:custGeom>
              <a:avLst/>
              <a:gdLst/>
              <a:ahLst/>
              <a:cxnLst/>
              <a:rect l="l" t="t" r="r" b="b"/>
              <a:pathLst>
                <a:path w="336" h="4515" extrusionOk="0">
                  <a:moveTo>
                    <a:pt x="168" y="1"/>
                  </a:moveTo>
                  <a:cubicBezTo>
                    <a:pt x="79" y="12"/>
                    <a:pt x="0" y="79"/>
                    <a:pt x="0" y="157"/>
                  </a:cubicBezTo>
                  <a:lnTo>
                    <a:pt x="0" y="4046"/>
                  </a:lnTo>
                  <a:lnTo>
                    <a:pt x="0" y="4358"/>
                  </a:lnTo>
                  <a:cubicBezTo>
                    <a:pt x="0" y="4403"/>
                    <a:pt x="12" y="4448"/>
                    <a:pt x="56" y="4470"/>
                  </a:cubicBezTo>
                  <a:cubicBezTo>
                    <a:pt x="79" y="4504"/>
                    <a:pt x="123" y="4515"/>
                    <a:pt x="168" y="4515"/>
                  </a:cubicBezTo>
                  <a:cubicBezTo>
                    <a:pt x="268" y="4515"/>
                    <a:pt x="336" y="4448"/>
                    <a:pt x="336" y="4358"/>
                  </a:cubicBezTo>
                  <a:lnTo>
                    <a:pt x="336" y="4046"/>
                  </a:lnTo>
                  <a:lnTo>
                    <a:pt x="336" y="157"/>
                  </a:lnTo>
                  <a:cubicBezTo>
                    <a:pt x="336" y="79"/>
                    <a:pt x="268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8557975" y="4399350"/>
              <a:ext cx="298350" cy="44200"/>
            </a:xfrm>
            <a:custGeom>
              <a:avLst/>
              <a:gdLst/>
              <a:ahLst/>
              <a:cxnLst/>
              <a:rect l="l" t="t" r="r" b="b"/>
              <a:pathLst>
                <a:path w="5967" h="884" extrusionOk="0">
                  <a:moveTo>
                    <a:pt x="0" y="1"/>
                  </a:moveTo>
                  <a:lnTo>
                    <a:pt x="0" y="884"/>
                  </a:lnTo>
                  <a:lnTo>
                    <a:pt x="5967" y="884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8557975" y="4282600"/>
              <a:ext cx="298350" cy="37500"/>
            </a:xfrm>
            <a:custGeom>
              <a:avLst/>
              <a:gdLst/>
              <a:ahLst/>
              <a:cxnLst/>
              <a:rect l="l" t="t" r="r" b="b"/>
              <a:pathLst>
                <a:path w="5967" h="750" extrusionOk="0">
                  <a:moveTo>
                    <a:pt x="0" y="1"/>
                  </a:moveTo>
                  <a:lnTo>
                    <a:pt x="0" y="749"/>
                  </a:lnTo>
                  <a:lnTo>
                    <a:pt x="5967" y="749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49"/>
            <p:cNvSpPr/>
            <p:nvPr/>
          </p:nvSpPr>
          <p:spPr>
            <a:xfrm>
              <a:off x="8557975" y="4262500"/>
              <a:ext cx="298350" cy="12900"/>
            </a:xfrm>
            <a:custGeom>
              <a:avLst/>
              <a:gdLst/>
              <a:ahLst/>
              <a:cxnLst/>
              <a:rect l="l" t="t" r="r" b="b"/>
              <a:pathLst>
                <a:path w="5967" h="258" extrusionOk="0">
                  <a:moveTo>
                    <a:pt x="0" y="1"/>
                  </a:moveTo>
                  <a:lnTo>
                    <a:pt x="0" y="258"/>
                  </a:lnTo>
                  <a:lnTo>
                    <a:pt x="5967" y="258"/>
                  </a:lnTo>
                  <a:lnTo>
                    <a:pt x="5967" y="1"/>
                  </a:lnTo>
                  <a:close/>
                </a:path>
              </a:pathLst>
            </a:custGeom>
            <a:solidFill>
              <a:srgbClr val="FFFFFF">
                <a:alpha val="131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ernational Day of Clean Air for Blue Skies by Slidesgo">
  <a:themeElements>
    <a:clrScheme name="Simple Light">
      <a:dk1>
        <a:srgbClr val="161A27"/>
      </a:dk1>
      <a:lt1>
        <a:srgbClr val="3C4768"/>
      </a:lt1>
      <a:dk2>
        <a:srgbClr val="6475A6"/>
      </a:dk2>
      <a:lt2>
        <a:srgbClr val="A4AFCB"/>
      </a:lt2>
      <a:accent1>
        <a:srgbClr val="E5E8F0"/>
      </a:accent1>
      <a:accent2>
        <a:srgbClr val="72C09A"/>
      </a:accent2>
      <a:accent3>
        <a:srgbClr val="A8D8C1"/>
      </a:accent3>
      <a:accent4>
        <a:srgbClr val="E58910"/>
      </a:accent4>
      <a:accent5>
        <a:srgbClr val="F3A916"/>
      </a:accent5>
      <a:accent6>
        <a:srgbClr val="FEF8EC"/>
      </a:accent6>
      <a:hlink>
        <a:srgbClr val="0E2F2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Montserrat Black</vt:lpstr>
      <vt:lpstr>Montserrat Medium</vt:lpstr>
      <vt:lpstr>Montserrat SemiBold</vt:lpstr>
      <vt:lpstr>Times New Roman</vt:lpstr>
      <vt:lpstr>International Day of Clean Air for Blue Skies by Slidesgo</vt:lpstr>
      <vt:lpstr>Smart E-Complaint &amp; Public Service Management System</vt:lpstr>
      <vt:lpstr>Project Objectives</vt:lpstr>
      <vt:lpstr>Users of the System</vt:lpstr>
      <vt:lpstr>Literature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E-Complaint &amp; Public Service Management System</dc:title>
  <dc:creator>Riyadh Hossain</dc:creator>
  <cp:lastModifiedBy>Riyadh Hossain</cp:lastModifiedBy>
  <cp:revision>1</cp:revision>
  <dcterms:created xsi:type="dcterms:W3CDTF">2026-02-08T18:29:17Z</dcterms:created>
  <dcterms:modified xsi:type="dcterms:W3CDTF">2026-02-08T18:30:44Z</dcterms:modified>
</cp:coreProperties>
</file>